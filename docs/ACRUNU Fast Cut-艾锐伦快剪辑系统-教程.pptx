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71ddb0b07546ad" /><Relationship Type="http://schemas.openxmlformats.org/officeDocument/2006/relationships/extended-properties" Target="/docProps/app.xml" Id="R0270a5475bc04eb0" /><Relationship Type="http://schemas.openxmlformats.org/officeDocument/2006/relationships/officeDocument" Target="/ppt/presentation.xml" Id="Rf09cbde2651840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9317625d2c4fc7"/>
  </p:sldMasterIdLst>
  <p:notesMasterIdLst>
    <p:notesMasterId xmlns:r="http://schemas.openxmlformats.org/officeDocument/2006/relationships" r:id="Rbd168c1013e94fa8"/>
  </p:notesMasterIdLst>
  <p:sldIdLst>
    <p:sldId xmlns:r="http://schemas.openxmlformats.org/officeDocument/2006/relationships" id="256" r:id="Rb0e7e55be14f4591"/>
    <p:sldId xmlns:r="http://schemas.openxmlformats.org/officeDocument/2006/relationships" id="257" r:id="Rf071b0cc30ff480c"/>
    <p:sldId xmlns:r="http://schemas.openxmlformats.org/officeDocument/2006/relationships" id="258" r:id="R56cb8b458eb44e0e"/>
    <p:sldId xmlns:r="http://schemas.openxmlformats.org/officeDocument/2006/relationships" id="259" r:id="R2645e81890e847a2"/>
    <p:sldId xmlns:r="http://schemas.openxmlformats.org/officeDocument/2006/relationships" id="260" r:id="R2df7a459fdde4f9f"/>
    <p:sldId xmlns:r="http://schemas.openxmlformats.org/officeDocument/2006/relationships" id="261" r:id="R8c8d8789785d43d0"/>
    <p:sldId xmlns:r="http://schemas.openxmlformats.org/officeDocument/2006/relationships" id="262" r:id="R7c58581c8ca94c76"/>
    <p:sldId xmlns:r="http://schemas.openxmlformats.org/officeDocument/2006/relationships" id="263" r:id="R8b9087ccc1304d57"/>
    <p:sldId xmlns:r="http://schemas.openxmlformats.org/officeDocument/2006/relationships" id="264" r:id="R45f31aa4f758480e"/>
    <p:sldId xmlns:r="http://schemas.openxmlformats.org/officeDocument/2006/relationships" id="265" r:id="R37898ce78e3240df"/>
    <p:sldId xmlns:r="http://schemas.openxmlformats.org/officeDocument/2006/relationships" id="266" r:id="R39138837cde14915"/>
    <p:sldId xmlns:r="http://schemas.openxmlformats.org/officeDocument/2006/relationships" id="267" r:id="Ra0d17d52c243470a"/>
    <p:sldId xmlns:r="http://schemas.openxmlformats.org/officeDocument/2006/relationships" id="268" r:id="R12eb7978a52d4e67"/>
    <p:sldId xmlns:r="http://schemas.openxmlformats.org/officeDocument/2006/relationships" id="269" r:id="R434528025cde40ef"/>
    <p:sldId xmlns:r="http://schemas.openxmlformats.org/officeDocument/2006/relationships" id="270" r:id="R9e4e0366d429463c"/>
    <p:sldId xmlns:r="http://schemas.openxmlformats.org/officeDocument/2006/relationships" id="271" r:id="R0cbcc1a28c0541c1"/>
    <p:sldId xmlns:r="http://schemas.openxmlformats.org/officeDocument/2006/relationships" id="272" r:id="R7e2777ba55a2433b"/>
    <p:sldId xmlns:r="http://schemas.openxmlformats.org/officeDocument/2006/relationships" id="273" r:id="R80e32f267be84eb3"/>
    <p:sldId xmlns:r="http://schemas.openxmlformats.org/officeDocument/2006/relationships" id="274" r:id="R0b1b03e8b6ce41bd"/>
    <p:sldId xmlns:r="http://schemas.openxmlformats.org/officeDocument/2006/relationships" id="275" r:id="R164d9029542d44d7"/>
    <p:sldId xmlns:r="http://schemas.openxmlformats.org/officeDocument/2006/relationships" id="276" r:id="Re1ce678aa4254be4"/>
    <p:sldId xmlns:r="http://schemas.openxmlformats.org/officeDocument/2006/relationships" id="277" r:id="Rd2574b1b970d4c0b"/>
    <p:sldId xmlns:r="http://schemas.openxmlformats.org/officeDocument/2006/relationships" id="278" r:id="R4800ff8cd07b499c"/>
    <p:sldId xmlns:r="http://schemas.openxmlformats.org/officeDocument/2006/relationships" id="279" r:id="Rd60ed2fbfaa1410f"/>
    <p:sldId xmlns:r="http://schemas.openxmlformats.org/officeDocument/2006/relationships" id="280" r:id="R5e30c230a04f41ce"/>
    <p:sldId xmlns:r="http://schemas.openxmlformats.org/officeDocument/2006/relationships" id="281" r:id="Raa1bbf54515f4ef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0e0c7eb1ff42c1" /><Relationship Type="http://schemas.openxmlformats.org/officeDocument/2006/relationships/slideMaster" Target="/ppt/slideMasters/slideMaster1.xml" Id="R829317625d2c4fc7" /><Relationship Type="http://schemas.openxmlformats.org/officeDocument/2006/relationships/notesMaster" Target="/ppt/notesMasters/notesMaster1.xml" Id="Rbd168c1013e94fa8" /><Relationship Type="http://schemas.openxmlformats.org/officeDocument/2006/relationships/presProps" Target="/ppt/presProps.xml" Id="R16724a699c4a4e32" /><Relationship Type="http://schemas.openxmlformats.org/officeDocument/2006/relationships/tableStyles" Target="/ppt/tableStyles.xml" Id="R73067ffe55994a75" /><Relationship Type="http://schemas.openxmlformats.org/officeDocument/2006/relationships/slide" Target="/ppt/slides/slide1.xml" Id="Rb0e7e55be14f4591" /><Relationship Type="http://schemas.openxmlformats.org/officeDocument/2006/relationships/slide" Target="/ppt/slides/slide2.xml" Id="Rf071b0cc30ff480c" /><Relationship Type="http://schemas.openxmlformats.org/officeDocument/2006/relationships/slide" Target="/ppt/slides/slide3.xml" Id="R56cb8b458eb44e0e" /><Relationship Type="http://schemas.openxmlformats.org/officeDocument/2006/relationships/slide" Target="/ppt/slides/slide4.xml" Id="R2645e81890e847a2" /><Relationship Type="http://schemas.openxmlformats.org/officeDocument/2006/relationships/slide" Target="/ppt/slides/slide5.xml" Id="R2df7a459fdde4f9f" /><Relationship Type="http://schemas.openxmlformats.org/officeDocument/2006/relationships/slide" Target="/ppt/slides/slide6.xml" Id="R8c8d8789785d43d0" /><Relationship Type="http://schemas.openxmlformats.org/officeDocument/2006/relationships/slide" Target="/ppt/slides/slide7.xml" Id="R7c58581c8ca94c76" /><Relationship Type="http://schemas.openxmlformats.org/officeDocument/2006/relationships/slide" Target="/ppt/slides/slide8.xml" Id="R8b9087ccc1304d57" /><Relationship Type="http://schemas.openxmlformats.org/officeDocument/2006/relationships/slide" Target="/ppt/slides/slide9.xml" Id="R45f31aa4f758480e" /><Relationship Type="http://schemas.openxmlformats.org/officeDocument/2006/relationships/slide" Target="/ppt/slides/slide10.xml" Id="R37898ce78e3240df" /><Relationship Type="http://schemas.openxmlformats.org/officeDocument/2006/relationships/slide" Target="/ppt/slides/slide11.xml" Id="R39138837cde14915" /><Relationship Type="http://schemas.openxmlformats.org/officeDocument/2006/relationships/slide" Target="/ppt/slides/slide12.xml" Id="Ra0d17d52c243470a" /><Relationship Type="http://schemas.openxmlformats.org/officeDocument/2006/relationships/slide" Target="/ppt/slides/slide13.xml" Id="R12eb7978a52d4e67" /><Relationship Type="http://schemas.openxmlformats.org/officeDocument/2006/relationships/slide" Target="/ppt/slides/slide14.xml" Id="R434528025cde40ef" /><Relationship Type="http://schemas.openxmlformats.org/officeDocument/2006/relationships/slide" Target="/ppt/slides/slide15.xml" Id="R9e4e0366d429463c" /><Relationship Type="http://schemas.openxmlformats.org/officeDocument/2006/relationships/slide" Target="/ppt/slides/slide16.xml" Id="R0cbcc1a28c0541c1" /><Relationship Type="http://schemas.openxmlformats.org/officeDocument/2006/relationships/slide" Target="/ppt/slides/slide17.xml" Id="R7e2777ba55a2433b" /><Relationship Type="http://schemas.openxmlformats.org/officeDocument/2006/relationships/slide" Target="/ppt/slides/slide18.xml" Id="R80e32f267be84eb3" /><Relationship Type="http://schemas.openxmlformats.org/officeDocument/2006/relationships/slide" Target="/ppt/slides/slide19.xml" Id="R0b1b03e8b6ce41bd" /><Relationship Type="http://schemas.openxmlformats.org/officeDocument/2006/relationships/slide" Target="/ppt/slides/slide20.xml" Id="R164d9029542d44d7" /><Relationship Type="http://schemas.openxmlformats.org/officeDocument/2006/relationships/slide" Target="/ppt/slides/slide21.xml" Id="Re1ce678aa4254be4" /><Relationship Type="http://schemas.openxmlformats.org/officeDocument/2006/relationships/slide" Target="/ppt/slides/slide22.xml" Id="Rd2574b1b970d4c0b" /><Relationship Type="http://schemas.openxmlformats.org/officeDocument/2006/relationships/slide" Target="/ppt/slides/slide23.xml" Id="R4800ff8cd07b499c" /><Relationship Type="http://schemas.openxmlformats.org/officeDocument/2006/relationships/slide" Target="/ppt/slides/slide24.xml" Id="Rd60ed2fbfaa1410f" /><Relationship Type="http://schemas.openxmlformats.org/officeDocument/2006/relationships/slide" Target="/ppt/slides/slide25.xml" Id="R5e30c230a04f41ce" /><Relationship Type="http://schemas.openxmlformats.org/officeDocument/2006/relationships/slide" Target="/ppt/slides/slide26.xml" Id="Raa1bbf54515f4e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faede4f5414f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a6a3ddb4b84fbc" /><Relationship Type="http://schemas.openxmlformats.org/officeDocument/2006/relationships/notesMaster" Target="/ppt/notesMasters/notesMaster1.xml" Id="Rd0061f2f591b41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ce3da39b694199" /><Relationship Type="http://schemas.openxmlformats.org/officeDocument/2006/relationships/notesMaster" Target="/ppt/notesMasters/notesMaster1.xml" Id="R70f2c9c39bfc44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849a9cc091485e" /><Relationship Type="http://schemas.openxmlformats.org/officeDocument/2006/relationships/notesMaster" Target="/ppt/notesMasters/notesMaster1.xml" Id="R8ae12affe9b34f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3a468e46f74137" /><Relationship Type="http://schemas.openxmlformats.org/officeDocument/2006/relationships/notesMaster" Target="/ppt/notesMasters/notesMaster1.xml" Id="Raaf5d5bfa88a4d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bcd0ee329b45c9" /><Relationship Type="http://schemas.openxmlformats.org/officeDocument/2006/relationships/notesMaster" Target="/ppt/notesMasters/notesMaster1.xml" Id="Rb854dc0b0a0541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2c52d0778949f3" /><Relationship Type="http://schemas.openxmlformats.org/officeDocument/2006/relationships/notesMaster" Target="/ppt/notesMasters/notesMaster1.xml" Id="R9498612a98ac4d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30ccc3c2974254" /><Relationship Type="http://schemas.openxmlformats.org/officeDocument/2006/relationships/notesMaster" Target="/ppt/notesMasters/notesMaster1.xml" Id="Rd702c1f3aab645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04560861a94f66" /><Relationship Type="http://schemas.openxmlformats.org/officeDocument/2006/relationships/notesMaster" Target="/ppt/notesMasters/notesMaster1.xml" Id="Rc979c875a10c4f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24fad1db6f4455" /><Relationship Type="http://schemas.openxmlformats.org/officeDocument/2006/relationships/notesMaster" Target="/ppt/notesMasters/notesMaster1.xml" Id="R1eb2bf24bd244e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24c14c51b74505" /><Relationship Type="http://schemas.openxmlformats.org/officeDocument/2006/relationships/notesMaster" Target="/ppt/notesMasters/notesMaster1.xml" Id="Rfb67c616911742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f9a7501ba34a85" /><Relationship Type="http://schemas.openxmlformats.org/officeDocument/2006/relationships/notesMaster" Target="/ppt/notesMasters/notesMaster1.xml" Id="R2f4b84f0eb2540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5021937e314bbf" /><Relationship Type="http://schemas.openxmlformats.org/officeDocument/2006/relationships/notesMaster" Target="/ppt/notesMasters/notesMaster1.xml" Id="R2cfe2d7f25ac44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82c2aa6c6e419c" /><Relationship Type="http://schemas.openxmlformats.org/officeDocument/2006/relationships/notesMaster" Target="/ppt/notesMasters/notesMaster1.xml" Id="R456d485eb2ed45d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ea65839047741a9" /><Relationship Type="http://schemas.openxmlformats.org/officeDocument/2006/relationships/notesMaster" Target="/ppt/notesMasters/notesMaster1.xml" Id="Rf4cdc16f63c841a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e190e5c0585417a" /><Relationship Type="http://schemas.openxmlformats.org/officeDocument/2006/relationships/notesMaster" Target="/ppt/notesMasters/notesMaster1.xml" Id="R6dcf9d3cc0644b3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e639f531d1449ad" /><Relationship Type="http://schemas.openxmlformats.org/officeDocument/2006/relationships/notesMaster" Target="/ppt/notesMasters/notesMaster1.xml" Id="R3300db50b3de4ad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a72cd300a61410b" /><Relationship Type="http://schemas.openxmlformats.org/officeDocument/2006/relationships/notesMaster" Target="/ppt/notesMasters/notesMaster1.xml" Id="R9a05e810c58d499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4b3ccd7c0704371" /><Relationship Type="http://schemas.openxmlformats.org/officeDocument/2006/relationships/notesMaster" Target="/ppt/notesMasters/notesMaster1.xml" Id="Rebb02b1ca593413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5b5a35b202d41b9" /><Relationship Type="http://schemas.openxmlformats.org/officeDocument/2006/relationships/notesMaster" Target="/ppt/notesMasters/notesMaster1.xml" Id="Radd633714d4c43c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e0bb2b5c2384800" /><Relationship Type="http://schemas.openxmlformats.org/officeDocument/2006/relationships/notesMaster" Target="/ppt/notesMasters/notesMaster1.xml" Id="R072575e099b041f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675a19cc7c143d4" /><Relationship Type="http://schemas.openxmlformats.org/officeDocument/2006/relationships/notesMaster" Target="/ppt/notesMasters/notesMaster1.xml" Id="Ref7cd302a60b486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cd7697303074263" /><Relationship Type="http://schemas.openxmlformats.org/officeDocument/2006/relationships/notesMaster" Target="/ppt/notesMasters/notesMaster1.xml" Id="R942e2d68105844c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fa33a3967954bce" /><Relationship Type="http://schemas.openxmlformats.org/officeDocument/2006/relationships/notesMaster" Target="/ppt/notesMasters/notesMaster1.xml" Id="R06e897203cfd4c5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350eb44652842f3" /><Relationship Type="http://schemas.openxmlformats.org/officeDocument/2006/relationships/notesMaster" Target="/ppt/notesMasters/notesMaster1.xml" Id="Rfae8988d4718493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2855d74e00e4848" /><Relationship Type="http://schemas.openxmlformats.org/officeDocument/2006/relationships/notesMaster" Target="/ppt/notesMasters/notesMaster1.xml" Id="R885daf2addcb4c3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927cf73261b47e0" /><Relationship Type="http://schemas.openxmlformats.org/officeDocument/2006/relationships/notesMaster" Target="/ppt/notesMasters/notesMaster1.xml" Id="R4e704107b38b4a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7b1823144649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06056256bd49c6" /><Relationship Type="http://schemas.openxmlformats.org/officeDocument/2006/relationships/slideLayout" Target="/ppt/slideLayouts/slideLayout1.xml" Id="R871b8309567245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1b8309567245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b841228184833" /><Relationship Type="http://schemas.openxmlformats.org/officeDocument/2006/relationships/image" Target="/ppt/media/image.jpeg" Id="Rec656008bf81474a" /><Relationship Type="http://schemas.openxmlformats.org/officeDocument/2006/relationships/notesSlide" Target="/ppt/notesSlides/notesSlide1.xml" Id="R79f622227b5c4b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c8b7f4b4b4367" /><Relationship Type="http://schemas.openxmlformats.org/officeDocument/2006/relationships/notesSlide" Target="/ppt/notesSlides/notesSlide2.xml" Id="R74677661f78744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48c1492904e15" /><Relationship Type="http://schemas.openxmlformats.org/officeDocument/2006/relationships/notesSlide" Target="/ppt/notesSlides/notesSlide3.xml" Id="R8239ddd8c82844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b80e6585445d2" /><Relationship Type="http://schemas.openxmlformats.org/officeDocument/2006/relationships/image" Target="/ppt/media/image2.jpeg" Id="Ra8ab7f274f8a43b7" /><Relationship Type="http://schemas.openxmlformats.org/officeDocument/2006/relationships/notesSlide" Target="/ppt/notesSlides/notesSlide4.xml" Id="R56809d800bfc4c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2dd26f5e7400c" /><Relationship Type="http://schemas.openxmlformats.org/officeDocument/2006/relationships/notesSlide" Target="/ppt/notesSlides/notesSlide5.xml" Id="Rb9661a67bcc54b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2755c491748a5" /><Relationship Type="http://schemas.openxmlformats.org/officeDocument/2006/relationships/image" Target="/ppt/media/image3.jpeg" Id="Ra23a4783c7614622" /><Relationship Type="http://schemas.openxmlformats.org/officeDocument/2006/relationships/image" Target="/ppt/media/image4.jpeg" Id="Rd577cf9ce61a4f0e" /><Relationship Type="http://schemas.openxmlformats.org/officeDocument/2006/relationships/notesSlide" Target="/ppt/notesSlides/notesSlide6.xml" Id="R3fd7a4edb7754a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ad2d7dcc846b7" /><Relationship Type="http://schemas.openxmlformats.org/officeDocument/2006/relationships/notesSlide" Target="/ppt/notesSlides/notesSlide7.xml" Id="R82b1e146b77942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c5d6a06f84980" /><Relationship Type="http://schemas.openxmlformats.org/officeDocument/2006/relationships/image" Target="/ppt/media/image5.jpeg" Id="Rf1cbb092d9824588" /><Relationship Type="http://schemas.openxmlformats.org/officeDocument/2006/relationships/notesSlide" Target="/ppt/notesSlides/notesSlide8.xml" Id="Rc6d1100edbf040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d35a547764917" /><Relationship Type="http://schemas.openxmlformats.org/officeDocument/2006/relationships/image" Target="/ppt/media/image6.jpeg" Id="R84a6803eb95f46c2" /><Relationship Type="http://schemas.openxmlformats.org/officeDocument/2006/relationships/notesSlide" Target="/ppt/notesSlides/notesSlide9.xml" Id="R1001e6c24c4e46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724d70431428f" /><Relationship Type="http://schemas.openxmlformats.org/officeDocument/2006/relationships/notesSlide" Target="/ppt/notesSlides/notesSlide10.xml" Id="R81c4aea48246425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275849c524b89" /><Relationship Type="http://schemas.openxmlformats.org/officeDocument/2006/relationships/image" Target="/ppt/media/image7.jpeg" Id="R1132b343c4d84722" /><Relationship Type="http://schemas.openxmlformats.org/officeDocument/2006/relationships/notesSlide" Target="/ppt/notesSlides/notesSlide11.xml" Id="R31e0f4a947c842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fe5c32bd74658" /><Relationship Type="http://schemas.openxmlformats.org/officeDocument/2006/relationships/notesSlide" Target="/ppt/notesSlides/notesSlide12.xml" Id="Rdc58006aa0a946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5938344bd4a58" /><Relationship Type="http://schemas.openxmlformats.org/officeDocument/2006/relationships/notesSlide" Target="/ppt/notesSlides/notesSlide13.xml" Id="R746571ab168648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bad3ac3404e37" /><Relationship Type="http://schemas.openxmlformats.org/officeDocument/2006/relationships/notesSlide" Target="/ppt/notesSlides/notesSlide14.xml" Id="Rd19c6edde5fb42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c9c3545ac4ded" /><Relationship Type="http://schemas.openxmlformats.org/officeDocument/2006/relationships/notesSlide" Target="/ppt/notesSlides/notesSlide15.xml" Id="Rd9773585ec4945c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c195b24aa4ec1" /><Relationship Type="http://schemas.openxmlformats.org/officeDocument/2006/relationships/image" Target="/ppt/media/image8.jpeg" Id="R857bbe5617a24d36" /><Relationship Type="http://schemas.openxmlformats.org/officeDocument/2006/relationships/notesSlide" Target="/ppt/notesSlides/notesSlide16.xml" Id="Rbbffbe022123481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b97debf564da4" /><Relationship Type="http://schemas.openxmlformats.org/officeDocument/2006/relationships/image" Target="/ppt/media/image9.jpeg" Id="R1e7a9c46ec7f4181" /><Relationship Type="http://schemas.openxmlformats.org/officeDocument/2006/relationships/notesSlide" Target="/ppt/notesSlides/notesSlide17.xml" Id="R45b6a7c4ccc54db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6914648f74b81" /><Relationship Type="http://schemas.openxmlformats.org/officeDocument/2006/relationships/image" Target="/ppt/media/image10.jpeg" Id="Rbe7fbfda160040b0" /><Relationship Type="http://schemas.openxmlformats.org/officeDocument/2006/relationships/notesSlide" Target="/ppt/notesSlides/notesSlide18.xml" Id="Rd8a36fa2c5624a4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b963e360443ed" /><Relationship Type="http://schemas.openxmlformats.org/officeDocument/2006/relationships/image" Target="/ppt/media/image11.jpeg" Id="R8ac75f202b514eee" /><Relationship Type="http://schemas.openxmlformats.org/officeDocument/2006/relationships/image" Target="/ppt/media/image12.jpeg" Id="R8a2e61017ddf49be" /><Relationship Type="http://schemas.openxmlformats.org/officeDocument/2006/relationships/notesSlide" Target="/ppt/notesSlides/notesSlide19.xml" Id="Rbea34a77f7ba42d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29651c2794051" /><Relationship Type="http://schemas.openxmlformats.org/officeDocument/2006/relationships/image" Target="/ppt/media/image13.jpeg" Id="R04f054029cb94cb2" /><Relationship Type="http://schemas.openxmlformats.org/officeDocument/2006/relationships/notesSlide" Target="/ppt/notesSlides/notesSlide20.xml" Id="R49048bcaedb5494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47b614ebb4e99" /><Relationship Type="http://schemas.openxmlformats.org/officeDocument/2006/relationships/image" Target="/ppt/media/image14.jpeg" Id="R7e1fcdc3270c456a" /><Relationship Type="http://schemas.openxmlformats.org/officeDocument/2006/relationships/notesSlide" Target="/ppt/notesSlides/notesSlide21.xml" Id="Rc2226be86ccb4c1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4a60371524166" /><Relationship Type="http://schemas.openxmlformats.org/officeDocument/2006/relationships/image" Target="/ppt/media/image15.jpeg" Id="R5fd127c823b64a5c" /><Relationship Type="http://schemas.openxmlformats.org/officeDocument/2006/relationships/image" Target="/ppt/media/image16.jpeg" Id="R989e41557d4c441a" /><Relationship Type="http://schemas.openxmlformats.org/officeDocument/2006/relationships/notesSlide" Target="/ppt/notesSlides/notesSlide22.xml" Id="R666b1a82c0ca454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ab8a80be14ab4" /><Relationship Type="http://schemas.openxmlformats.org/officeDocument/2006/relationships/notesSlide" Target="/ppt/notesSlides/notesSlide23.xml" Id="R274cfd5773f9443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a2c192f224609" /><Relationship Type="http://schemas.openxmlformats.org/officeDocument/2006/relationships/image" Target="/ppt/media/image17.jpeg" Id="Rcb47ddc35084495e" /><Relationship Type="http://schemas.openxmlformats.org/officeDocument/2006/relationships/image" Target="/ppt/media/image18.jpeg" Id="R16594b4b8b1f43e6" /><Relationship Type="http://schemas.openxmlformats.org/officeDocument/2006/relationships/image" Target="/ppt/media/image19.jpeg" Id="Rbe256e0db1dc49c5" /><Relationship Type="http://schemas.openxmlformats.org/officeDocument/2006/relationships/notesSlide" Target="/ppt/notesSlides/notesSlide24.xml" Id="R917f292a784645a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993b32f094fea" /><Relationship Type="http://schemas.openxmlformats.org/officeDocument/2006/relationships/image" Target="/ppt/media/image20.jpeg" Id="R5b4043a6b1f44a67" /><Relationship Type="http://schemas.openxmlformats.org/officeDocument/2006/relationships/notesSlide" Target="/ppt/notesSlides/notesSlide25.xml" Id="Rfc41cea801dd487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10815f189434e" /><Relationship Type="http://schemas.openxmlformats.org/officeDocument/2006/relationships/notesSlide" Target="/ppt/notesSlides/notesSlide26.xml" Id="R3537b2f787094b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56008bf81474a"/>
          <a:srcRect xmlns:a="http://schemas.openxmlformats.org/drawingml/2006/main" l="19922" t="0" r="199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0"/>
            <a:ext cx="7334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25B7E-848A-40B5-9AEA-57921175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81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13"/>
          </a:solidFill>
          <a:ln xmlns:a="http://schemas.openxmlformats.org/drawingml/2006/main" w="0">
            <a:solidFill>
              <a:srgbClr val="07121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5B71C-E98E-438C-BD6D-E0E573C6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ACRUNU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F8969-9E0C-43A6-A3B6-9537E488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1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DD6D0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>
                <a:solidFill>
                  <a:srgbClr val="9DD6D0"/>
                </a:solidFill>
                <a:latin typeface="Aptos Display"/>
                <a:ea typeface="Aptos Display"/>
                <a:cs typeface="Aptos Display"/>
              </a:rPr>
              <a:t>Fast Cut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D79AA-5551-4FBF-9DC7-D5D0EF7F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3857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艾锐伦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快剪辑系统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F5D17-F224-4863-9C1D-590942EA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DD6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DD6D0"/>
                </a:solidFill>
                <a:latin typeface="Microsoft YaHei"/>
                <a:ea typeface="Microsoft YaHei"/>
                <a:cs typeface="Microsoft YaHei"/>
              </a:rPr>
              <a:t>用户使用说明书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54CC1-C116-433F-9F98-5A6AF5B6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9625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6D2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C6D2D1"/>
                </a:solidFill>
                <a:latin typeface="Microsoft YaHei"/>
                <a:ea typeface="Microsoft YaHei"/>
                <a:cs typeface="Microsoft YaHei"/>
              </a:rPr>
              <a:t>从原始视频到可下载成品的完整操作流程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5DC81-5ED2-4852-A9CB-4AB85168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7690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78757-EE15-481F-8B73-E3ECBA5E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9DD6D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9DD6D0"/>
                </a:solidFill>
                <a:latin typeface="Aptos Display"/>
                <a:ea typeface="Aptos Display"/>
                <a:cs typeface="Aptos Display"/>
              </a:rPr>
              <a:t>PRODUCT  →  MATERIAL  →  SCRIPT  →  OUTPUT</a:t>
            </a:r>
          </a:p>
        </p:txBody>
      </p:sp>
    </p:spTree>
    <p:extLst>
      <p:ext uri="{BB962C8B-B14F-4D97-AF65-F5344CB8AC3E}">
        <p14:creationId xmlns:p14="http://schemas.microsoft.com/office/powerpoint/2010/main" val="18616936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2E4ED9-6A6D-489B-BC44-1B03CC91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ACRUNU FAST CUT  /  用户使用说明书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0607D-3439-4696-ABE1-E9225B5E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一次完整工作流程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337B0-3775-4618-A184-868A6937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按从左到右的顺序完成，素材只需要预处理一次。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98127-EC2B-4C3C-9F6E-92F5FB3B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C950F-7A47-4F75-A620-1F49A18C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18C61-1247-4710-92FA-25F266B5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艾锐伦快剪辑系统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2469F-EF13-40B4-AC30-F0A3A73C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1600200" cy="2476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F7F6"/>
          </a:solidFill>
          <a:ln xmlns:a="http://schemas.openxmlformats.org/drawingml/2006/main" w="9525">
            <a:solidFill>
              <a:srgbClr val="C9DE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0BCB0-EA7E-4F28-B0A5-F019F846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385968-1FB3-4CB1-982D-D53D43DE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产品准备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2A1F0-BA2D-4A79-8F5F-F2769605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129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名称·参考图·卖点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9FF381-30D4-469E-BA24-7FC52B3A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622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B59C56-F655-46CE-8ED6-5BFCEC78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952625"/>
            <a:ext cx="1600200" cy="2476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F7F6"/>
          </a:solidFill>
          <a:ln xmlns:a="http://schemas.openxmlformats.org/drawingml/2006/main" w="9525">
            <a:solidFill>
              <a:srgbClr val="C9DE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5C047-6890-4EE7-8FAB-EC634721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133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4435C-B14C-4A12-AEF7-01211EDB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7241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素材预处理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A34C3-68A2-4637-9442-B07B967E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505200"/>
            <a:ext cx="129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导入·I/O·画面识别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3AF23B-DB34-4F32-87A4-60425F71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622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537422-D637-4BE0-B982-BF8FABD4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52625"/>
            <a:ext cx="1600200" cy="2476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F7F6"/>
          </a:solidFill>
          <a:ln xmlns:a="http://schemas.openxmlformats.org/drawingml/2006/main" w="9525">
            <a:solidFill>
              <a:srgbClr val="C9DE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C5341-BCDE-4F68-B757-746D9A94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33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40EDF3-06A8-4CB0-9FA8-DEF2B591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素材入库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D99001-CE6B-4C85-AC54-249EC780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05200"/>
            <a:ext cx="129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正式提交可用片段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1AEC49-0C39-484C-868B-092B1318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622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EF2A5D-A4D9-45DB-A124-A779EB15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1600200" cy="2476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DF2EE"/>
          </a:solidFill>
          <a:ln xmlns:a="http://schemas.openxmlformats.org/drawingml/2006/main" w="9525">
            <a:solidFill>
              <a:srgbClr val="B7D8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D91185-8572-4007-8C94-324AEA22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33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3827C6-D3A2-47C6-B6D5-F70213E0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241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文案确认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7AFCBA-1DD5-44F0-ADC2-FF993734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505200"/>
            <a:ext cx="129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音色·字幕·音乐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71DBAC-6E85-4752-8372-5F616C32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622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CF5BAA-2FF4-4A69-8EE1-E773F317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52625"/>
            <a:ext cx="1600200" cy="2476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DF2EE"/>
          </a:solidFill>
          <a:ln xmlns:a="http://schemas.openxmlformats.org/drawingml/2006/main" w="9525">
            <a:solidFill>
              <a:srgbClr val="B7D8D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60A6BF-DF3B-426C-B34B-A155F690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33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F52B4E-152D-4E08-A4A3-F78188CF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开始任务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CF410A-AF07-4E46-910E-3A2E51C2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05200"/>
            <a:ext cx="129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确认后批量生成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BE00F0-04E9-4F72-8915-9536A7C8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9622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3FB68B-36BD-4CAF-B543-A6A36389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952625"/>
            <a:ext cx="1600200" cy="2476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DF2EE"/>
          </a:solidFill>
          <a:ln xmlns:a="http://schemas.openxmlformats.org/drawingml/2006/main" w="9525">
            <a:solidFill>
              <a:srgbClr val="B7D8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3BE790-EC44-4889-99C9-9987C546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133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B1B"/>
          </a:solidFill>
          <a:ln xmlns:a="http://schemas.openxmlformats.org/drawingml/2006/main" w="0">
            <a:solidFill>
              <a:srgbClr val="C56B1B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D05F97-2295-4BE9-B295-727C06AB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7241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查看成品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B36448-A4BC-4E2C-8405-ED4F4B40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505200"/>
            <a:ext cx="1295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预览·重试·下载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41A3D2-28C8-483A-8D1E-FD98F2B9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72050"/>
            <a:ext cx="7239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781777-7DEA-4D75-B9BF-BE2B00E2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720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96B4CB-3F73-4E3A-A9C3-8494CA60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95875"/>
            <a:ext cx="691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rPr>
              <a:t>使用原则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23438A-D3AA-400D-A3D4-C303A8F8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53050"/>
            <a:ext cx="691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先建立产品和可检索素材，再进入工作台生成文案与成品。</a:t>
            </a:r>
          </a:p>
        </p:txBody>
      </p:sp>
    </p:spTree>
    <p:extLst>
      <p:ext uri="{BB962C8B-B14F-4D97-AF65-F5344CB8AC3E}">
        <p14:creationId xmlns:p14="http://schemas.microsoft.com/office/powerpoint/2010/main" val="10357341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D1F462-B370-493C-8698-43400EB3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ACRUNU FAST CUT  /  用户使用说明书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7F7DB-3B73-4AD0-8FF7-3A47101C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开始前准备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2386A8-B9C9-4181-B07F-8E2908A7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先完成这些条件，后续导入、识别和生成才能顺利进行。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0E6FB-3953-457F-914F-ED53B14F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A3717-8B41-4911-8D07-7498F699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713A0-F0E0-4C70-A29A-61B5BA1E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艾锐伦快剪辑系统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46864-B8FB-44C1-9F4D-77244EA9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3476625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B188B-EAF7-43F0-B56D-A12EB897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D7AE5-2B90-44B8-B6D2-FD662A6C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90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可用账号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B36DE-6B0F-4A61-8924-402541E7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30194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已获得系统用户名和密码，能正常登录。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264890-E3CF-4B3A-B88C-EB60AC62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81150"/>
            <a:ext cx="3476625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2DFB3-38B8-4966-8A50-2E3EE07C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790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329A70-9500-4ABD-85B4-4AA83ABD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790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产品资料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48EB80-96BC-4C80-B6A8-33FF285E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05050"/>
            <a:ext cx="30194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准备产品名称、白底参考图和 3–8 个核心卖点。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0DD93C-281B-4C03-97ED-A94F9CA6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81150"/>
            <a:ext cx="3476625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242C9E-C733-4FC1-A6E6-0D04C451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907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E5AFE7-85BC-4AAB-BAD4-938EEB6C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90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原始视频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CEF670-7BC3-47C7-A3F4-FEF8991F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05050"/>
            <a:ext cx="30194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确认视频文件可在当前 Windows 电脑正常播放。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EFBA46-954C-4E15-B10D-782341E6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3476625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FF7F6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036808-6576-43C5-B1C6-5C0308DA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40F991-D489-40E1-9BF3-F91D0D8A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67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本地空间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F4F316-C07A-4E85-A678-517553D2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30194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预处理会在本机保留工作副本，建议预留足够磁盘空间。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273523-FCD9-4498-9F9D-7CEE8916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57600"/>
            <a:ext cx="3476625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FF7F6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39CB4B-65BB-4F5F-B941-000EFE5D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867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9376A2-0759-4D3D-8CCB-891CD5B1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867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背景音乐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6FE86F-ED17-42CD-992F-E859D8D8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381500"/>
            <a:ext cx="30194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需要配乐时，先把音频上传到音乐库并保持启用。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1BD959-BE48-47AA-B7BD-4E06C1CA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57600"/>
            <a:ext cx="3476625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FF7F6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EC9BE8-B6E1-4990-BF68-7AC436A1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67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B1B"/>
          </a:solidFill>
          <a:ln xmlns:a="http://schemas.openxmlformats.org/drawingml/2006/main" w="0">
            <a:solidFill>
              <a:srgbClr val="C56B1B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F9D36D-85CA-4F70-A532-1EAB4C1D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671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推荐顺序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30845D-FFA4-47B9-9280-3E9469B7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81500"/>
            <a:ext cx="30194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新用户请严格按“产品 → 预处理 → 素材 → 工作台”执行。</a:t>
            </a:r>
          </a:p>
        </p:txBody>
      </p:sp>
    </p:spTree>
    <p:extLst>
      <p:ext uri="{BB962C8B-B14F-4D97-AF65-F5344CB8AC3E}">
        <p14:creationId xmlns:p14="http://schemas.microsoft.com/office/powerpoint/2010/main" val="19848597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7895B-54E2-4013-814B-133EE5D5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ACRUNU FAST CUT  /  用户使用说明书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1A549-D325-4EE0-97E5-C1E25982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登录与页面导航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4EF43-49F3-4712-A420-D848BBBB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普通用户的工作区只包含六个业务入口。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19A7A-702B-49CC-9BE8-5DA6161E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D74C3-5577-4B7C-9DC8-4A6F6149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5C679-CC1C-4756-AC09-885C8A6E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艾锐伦快剪辑系统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4C95A-A992-413A-A49A-98FD9C4E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172450" cy="4648200"/>
          </a:xfrm>
          <a:prstGeom xmlns:a="http://schemas.openxmlformats.org/drawingml/2006/main" prst="roundRect">
            <a:avLst>
              <a:gd name="adj" fmla="val 1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ab7f274f8a43b7"/>
          <a:stretch xmlns:a="http://schemas.openxmlformats.org/drawingml/2006/main"/>
        </p:blipFill>
        <p:spPr>
          <a:xfrm xmlns:a="http://schemas.openxmlformats.org/drawingml/2006/main">
            <a:off x="457200" y="1410295"/>
            <a:ext cx="8058150" cy="4532709"/>
          </a:xfrm>
          <a:prstGeom xmlns:a="http://schemas.openxmlformats.org/drawingml/2006/main" prst="roundRect">
            <a:avLst>
              <a:gd name="adj" fmla="val 126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C22D5-1ED7-4618-9FE6-3FA1E567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66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A5811-98D5-43A2-B57A-885FA1E7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573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输入账号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625F2-52A8-4B91-B513-F898B356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71650"/>
            <a:ext cx="2228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填写用户名和密码，点击“进入系统”。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1C891-BDE5-4D5C-B417-50C35F3D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82CB32-73E5-4A27-AFF2-F1FE4FA1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622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了解左侧导航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5AFD44-866B-4D29-95BE-DACCE043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76550"/>
            <a:ext cx="2228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不同页面承担不同阶段：准备产品、整理素材、开始任务和查看成品。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42FDFA-5AF1-4586-803E-0D22FA35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76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006985-E774-4D3A-8265-9AED8BC2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671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进入对应页面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17B818-2E95-46F5-A8A2-FF2538B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81450"/>
            <a:ext cx="2228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第一次使用请先进入“产品”；日常生成则从“工作台”开始。</a:t>
            </a:r>
          </a:p>
        </p:txBody>
      </p:sp>
    </p:spTree>
    <p:extLst>
      <p:ext uri="{BB962C8B-B14F-4D97-AF65-F5344CB8AC3E}">
        <p14:creationId xmlns:p14="http://schemas.microsoft.com/office/powerpoint/2010/main" val="5381324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71C686-3BCD-419C-851C-88851C57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ACRUNU FAST CUT  /  用户使用说明书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1964C-1483-43CC-A021-7EFB279A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六个业务页面各自做什么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020C6-F889-4FD1-9500-13D565DD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左侧导航不是操作顺序；请根据当前目的进入对应页面。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B2C20-2A83-4F4F-9A34-9E0AF950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4A28E-4A5A-4912-B36A-043A85A1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BD66E-BE14-4B76-8751-3E82C63A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艾锐伦快剪辑系统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9743A-DA58-497C-843C-DD198CAE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53149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965F3-EC8F-4E32-B4E5-84F30DF4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rPr>
              <a:t>工作台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C47F6-EBB8-48B5-A71D-81D7063C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657350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CCC17-7DF6-4A12-8BC1-000E2F7B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5735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生成/导入文案，选择音色、字幕、音乐，确认后开始任务。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7A467-FDA2-4739-A214-6411AC88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66850"/>
            <a:ext cx="53149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0BC79-2907-4222-875D-86D8B518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764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56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56B1B"/>
                </a:solidFill>
                <a:latin typeface="Microsoft YaHei"/>
                <a:ea typeface="Microsoft YaHei"/>
                <a:cs typeface="Microsoft YaHei"/>
              </a:rPr>
              <a:t>成品库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944194-8EF7-479C-8785-03FA156B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1B"/>
          </a:solidFill>
          <a:ln xmlns:a="http://schemas.openxmlformats.org/drawingml/2006/main" w="0">
            <a:solidFill>
              <a:srgbClr val="C56B1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3AF276-DBD1-468C-8150-4ECF6C30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5735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查看生成进度和已完成视频，支持重试、重新生成和批量下载。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DC6B83-9F81-459C-9B73-8070088B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28950"/>
            <a:ext cx="53149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222E0D-7211-4DE6-881F-DDCB668E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B82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82C9"/>
                </a:solidFill>
                <a:latin typeface="Microsoft YaHei"/>
                <a:ea typeface="Microsoft YaHei"/>
                <a:cs typeface="Microsoft YaHei"/>
              </a:rPr>
              <a:t>产品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43B0DE-CFCE-49F2-9B04-637B3B85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19450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2C9"/>
          </a:solidFill>
          <a:ln xmlns:a="http://schemas.openxmlformats.org/drawingml/2006/main" w="0">
            <a:solidFill>
              <a:srgbClr val="2B82C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6BDCE1-5EFB-437E-98FF-26621762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1945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维护产品名称、白底参考图和核心卖点。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CB156F-EC10-486A-9F29-E55390C0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28950"/>
            <a:ext cx="53149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26F059-9E70-45D0-844D-295AAF96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385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rPr>
              <a:t>预处理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A21D9A-57C5-4D66-9E6B-94DA9A24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19450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13A687-78E5-43B3-B2A2-218E52AC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1945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导入本机原始视频，设置 I/O，执行画面识别或口播转写，正式提交。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FDD666-4E85-4882-8050-BB073CA8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53149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37041A-0E5B-469A-A746-D6553364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B82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82C9"/>
                </a:solidFill>
                <a:latin typeface="Microsoft YaHei"/>
                <a:ea typeface="Microsoft YaHei"/>
                <a:cs typeface="Microsoft YaHei"/>
              </a:rPr>
              <a:t>素材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0F9307-C2FD-435D-8DEF-F430BDB4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81550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2C9"/>
          </a:solidFill>
          <a:ln xmlns:a="http://schemas.openxmlformats.org/drawingml/2006/main" w="0">
            <a:solidFill>
              <a:srgbClr val="2B82C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30F651-5F41-455E-8B50-9A556786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78155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查看已入库素材，按产品筛选，使用一句话搜索目标画面。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CEE541-F5CC-4B2E-938D-1E9A2F9A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53149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0CF733-34FE-4F79-876C-67DEFCF6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006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56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56B1B"/>
                </a:solidFill>
                <a:latin typeface="Microsoft YaHei"/>
                <a:ea typeface="Microsoft YaHei"/>
                <a:cs typeface="Microsoft YaHei"/>
              </a:rPr>
              <a:t>音乐库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C72B2A-9B05-487C-A320-2DC02FF8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81550"/>
            <a:ext cx="190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1B"/>
          </a:solidFill>
          <a:ln xmlns:a="http://schemas.openxmlformats.org/drawingml/2006/main" w="0">
            <a:solidFill>
              <a:srgbClr val="C56B1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7835E9-849A-4432-B0B3-7B73E30B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028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上传、试听和维护背景音乐，供工作台随机或指定使用。</a:t>
            </a:r>
          </a:p>
        </p:txBody>
      </p:sp>
    </p:spTree>
    <p:extLst>
      <p:ext uri="{BB962C8B-B14F-4D97-AF65-F5344CB8AC3E}">
        <p14:creationId xmlns:p14="http://schemas.microsoft.com/office/powerpoint/2010/main" val="2212620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7DCAB0-5B9A-47E8-A7C9-F5332CDB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ACRUNU FAST CUT  /  用户使用说明书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4E268-9486-4C77-8B50-C13D0071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创建产品与卖点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B2BE6-DF90-415B-8CE6-B93CA6E8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产品是素材识别、文案生成和成品归类的共同基础。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A795C-8316-471F-BBDD-77DE849D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ECFCB-1923-4789-B5A5-691E193D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B6A65-01BF-4069-817C-9F0D1BDD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艾锐伦快剪辑系统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BAD95D-CE1F-40AA-BC9A-126D9ADC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695325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3a4783c7614622"/>
          <a:stretch xmlns:a="http://schemas.openxmlformats.org/drawingml/2006/main"/>
        </p:blipFill>
        <p:spPr>
          <a:xfrm xmlns:a="http://schemas.openxmlformats.org/drawingml/2006/main">
            <a:off x="457200" y="1410295"/>
            <a:ext cx="6838950" cy="3846909"/>
          </a:xfrm>
          <a:prstGeom xmlns:a="http://schemas.openxmlformats.org/drawingml/2006/main" prst="roundRect">
            <a:avLst>
              <a:gd name="adj" fmla="val 148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0CAF8-FCA6-4328-B5EA-0620599A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352550"/>
            <a:ext cx="434340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7cf9ce61a4f0e"/>
          <a:stretch xmlns:a="http://schemas.openxmlformats.org/drawingml/2006/main"/>
        </p:blipFill>
        <p:spPr>
          <a:xfrm xmlns:a="http://schemas.openxmlformats.org/drawingml/2006/main">
            <a:off x="7505700" y="2144316"/>
            <a:ext cx="4229100" cy="2378869"/>
          </a:xfrm>
          <a:prstGeom xmlns:a="http://schemas.openxmlformats.org/drawingml/2006/main" prst="roundRect">
            <a:avLst>
              <a:gd name="adj" fmla="val 148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E492B-56F8-4B2E-8EC8-7AE1D12A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34480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521D80-A2AB-416D-AD03-E88521F1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537EBA-CF99-4BBB-8E64-1072C173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29275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rPr>
              <a:t>1  填写基本信息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16DD2-DFA3-481D-8E55-3C23F3A6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产品名称必填，分类和描述用于后续区分。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F26A45-1E5A-47EA-B027-CAA0A672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05450"/>
            <a:ext cx="36957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933BFA-BD4D-4D9A-905D-66493D5A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5054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2C9"/>
          </a:solidFill>
          <a:ln xmlns:a="http://schemas.openxmlformats.org/drawingml/2006/main" w="0">
            <a:solidFill>
              <a:srgbClr val="2B82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8CEDFB-C521-43C1-B240-A5DCEECA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29275"/>
            <a:ext cx="3371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B82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82C9"/>
                </a:solidFill>
                <a:latin typeface="Microsoft YaHei"/>
                <a:ea typeface="Microsoft YaHei"/>
                <a:cs typeface="Microsoft YaHei"/>
              </a:rPr>
              <a:t>2  上传白底参考图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444D4A-DEAE-4E37-9C68-5488E709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886450"/>
            <a:ext cx="3371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用于画面识别时准确找到目标产品。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08EA2C-04A8-487A-BB4C-E843542D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505450"/>
            <a:ext cx="37528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EE8AA-1F22-4679-A19D-3DC85C14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5054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1B"/>
          </a:solidFill>
          <a:ln xmlns:a="http://schemas.openxmlformats.org/drawingml/2006/main" w="0">
            <a:solidFill>
              <a:srgbClr val="C56B1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62F661-8F6C-4A97-BED8-F9994332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292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56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56B1B"/>
                </a:solidFill>
                <a:latin typeface="Microsoft YaHei"/>
                <a:ea typeface="Microsoft YaHei"/>
                <a:cs typeface="Microsoft YaHei"/>
              </a:rPr>
              <a:t>3  维护核心卖点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32CD1B-A6BC-4CFD-8827-903597D0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8864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如防蹭链条、高弹可调、快拆、反光。</a:t>
            </a:r>
          </a:p>
        </p:txBody>
      </p:sp>
    </p:spTree>
    <p:extLst>
      <p:ext uri="{BB962C8B-B14F-4D97-AF65-F5344CB8AC3E}">
        <p14:creationId xmlns:p14="http://schemas.microsoft.com/office/powerpoint/2010/main" val="8844045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6AF259-0E7C-472F-B008-1A5BA300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ACRUNU FAST CUT  /  用户使用说明书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F98F9-E40F-406E-99B9-9A1FBD5C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产品资料应该怎么填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F6FA7-BBBC-4EEB-9DBB-FED076F6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资料越具体，画面识别和文案生成越容易命中真实产品。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21043-F82D-4C09-89FC-255B444B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6DFDA-79B1-4995-A715-51CC6A9D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9C8AD-C88B-4450-83BF-C134A9F9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艾锐伦快剪辑系统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6EE6D-7CAE-4E0E-B1CC-7EE01C55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23C42-3714-4D8D-9776-59CB0FC4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66850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rPr>
              <a:t>填写原则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2AD08-F9F9-47BA-8CB4-DD3B159A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6685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rPr>
              <a:t>示例 / 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3D149-56D8-4F53-B71F-96788B4C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49E7A-CB30-4EDD-8791-1CB8AE90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产品名称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1A52F9-F3BD-4CC7-9D3E-720FF755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981200"/>
            <a:ext cx="581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使用对外统一名称，不要把拍摄日期或文件夹名当作产品名。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367F91-C05B-4384-AB95-90F452CB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14525"/>
            <a:ext cx="2857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956F0-B647-40FC-B9BD-5B089CD1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束裤带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9541E-5F64-4ECD-ACD7-CE663AAF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62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B1423D-7468-4822-8C34-C5DBEA62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白底参考图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D618DA-DD8B-4BF0-B558-49BDF202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71800"/>
            <a:ext cx="581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产品居中、画面清晰、背景简洁；不要使用大面积遮挡或复杂场景图。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CD6BDE-F23B-45D2-AFA9-E43369DB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05125"/>
            <a:ext cx="2857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FF7F6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6F0184-26D1-45EA-817F-BC50A9F5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861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用于识别，不是成品封面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C2615A-CD0C-43BF-AEF7-FB0329E9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68757B-5F7D-4FE6-AE35-C287FC10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62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核心卖点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074AC2-DC20-42EC-824C-E4544FAE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962400"/>
            <a:ext cx="581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每个卖点只表达一个信息，使用用户能理解的短语。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F67780-F3FF-40E6-B2AB-654D8985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95725"/>
            <a:ext cx="2857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5E4126-D5F6-4045-B686-BB226AAF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76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防蹭链条 / 高弹可调 / 反光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5220FE-3103-4E24-8E58-B56157A2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A45885-9969-4FA2-98DE-CF865029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补充卖点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9079E9-F98B-4541-AE90-D4A41BCF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53000"/>
            <a:ext cx="581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工作台可为本次任务临时补充，不需要为每次尝试都修改产品资料。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3FA61D-B5AA-43BC-B0C3-68CA7513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86325"/>
            <a:ext cx="2857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FF7F6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E541B3-9C83-49EE-9851-FD88140B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673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56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56B1B"/>
                </a:solidFill>
                <a:latin typeface="Microsoft YaHei"/>
                <a:ea typeface="Microsoft YaHei"/>
                <a:cs typeface="Microsoft YaHei"/>
              </a:rPr>
              <a:t>仅影响当前生成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E6601D-A048-4022-87E1-679F5437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779C2A-94F2-4BCD-BDB3-BFEA1CDD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000750"/>
            <a:ext cx="5524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934505-8209-46A2-B6FD-58D07BE8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0007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20D25F-26CA-4D01-9A35-2789380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124575"/>
            <a:ext cx="520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rPr>
              <a:t>完成标准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2640F1-C9DC-42BE-B45D-33B440B7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381750"/>
            <a:ext cx="520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产品列表能看到参考图，卖点可在工作台被选择。</a:t>
            </a:r>
          </a:p>
        </p:txBody>
      </p:sp>
    </p:spTree>
    <p:extLst>
      <p:ext uri="{BB962C8B-B14F-4D97-AF65-F5344CB8AC3E}">
        <p14:creationId xmlns:p14="http://schemas.microsoft.com/office/powerpoint/2010/main" val="5291999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35ED66-FE1F-4A79-A509-9692EE1C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ACRUNU FAST CUT  /  用户使用说明书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CF8D7-65A4-42E5-B983-0E7B787F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安装并启动预处理程序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C2196-D991-459C-960D-17BD0AFC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原始视频在本机处理，网页会先检测 ACRUNU 预处理程序。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B46D1-17AF-4002-8C41-F57EFF09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CB0C8-05BB-44D5-8D8F-02A8A51E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F76AB-5A38-4ABA-9169-554CA038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艾锐伦快剪辑系统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B3077-55FF-4A3A-9BA8-E4BF0299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172450" cy="4648200"/>
          </a:xfrm>
          <a:prstGeom xmlns:a="http://schemas.openxmlformats.org/drawingml/2006/main" prst="roundRect">
            <a:avLst>
              <a:gd name="adj" fmla="val 1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cbb092d9824588"/>
          <a:stretch xmlns:a="http://schemas.openxmlformats.org/drawingml/2006/main"/>
        </p:blipFill>
        <p:spPr>
          <a:xfrm xmlns:a="http://schemas.openxmlformats.org/drawingml/2006/main">
            <a:off x="457200" y="1410295"/>
            <a:ext cx="8058150" cy="4532709"/>
          </a:xfrm>
          <a:prstGeom xmlns:a="http://schemas.openxmlformats.org/drawingml/2006/main" prst="roundRect">
            <a:avLst>
              <a:gd name="adj" fmla="val 126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DCA9B-9BA7-491A-A410-281E46E2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66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268C4-B57D-4782-B914-BDECF6AA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573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首次下载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48B00D-EBF0-49DE-983F-5CAF16CC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71650"/>
            <a:ext cx="2228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点击“下载安装”，安装包已包含完整处理组件。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E5D115-B5AD-4274-A4E5-57AB7577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81C02-D41C-47DA-9839-2CEA1DD4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622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启动程序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0D6AB-10BB-4E7B-8446-325A09F6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76550"/>
            <a:ext cx="2228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点击“启动 Local Agent”，启动后只显示在系统托盘。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8C3DB7-A0F4-4918-8A11-322AD0AF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76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38F6E1-2E04-4E05-B54B-A38138FA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671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重新检测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0625B-6106-4F51-AC45-72FD6DA2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81450"/>
            <a:ext cx="2228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程序已启动但页面未进入时，点击“重新检测”。</a:t>
            </a:r>
          </a:p>
        </p:txBody>
      </p:sp>
    </p:spTree>
    <p:extLst>
      <p:ext uri="{BB962C8B-B14F-4D97-AF65-F5344CB8AC3E}">
        <p14:creationId xmlns:p14="http://schemas.microsoft.com/office/powerpoint/2010/main" val="14159029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8C8F93-54F0-47A8-B883-64F719A7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ACRUNU FAST CUT  /  用户使用说明书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79B13-63AC-4014-9351-B0F4E72C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批量导入原始视频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F9820-FB78-4A88-9419-3A061080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导入只进入本机预处理工作区，不会直接进入正式素材库。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A10BB-465C-40B9-A758-23B893D7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FB358-608A-44EA-B5B8-60C3FB56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ACE36-9938-4E3F-AC96-C54E83C3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艾锐伦快剪辑系统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25B23-CB21-4710-914C-7FBAB395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172450" cy="4648200"/>
          </a:xfrm>
          <a:prstGeom xmlns:a="http://schemas.openxmlformats.org/drawingml/2006/main" prst="roundRect">
            <a:avLst>
              <a:gd name="adj" fmla="val 1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6803eb95f46c2"/>
          <a:stretch xmlns:a="http://schemas.openxmlformats.org/drawingml/2006/main"/>
        </p:blipFill>
        <p:spPr>
          <a:xfrm xmlns:a="http://schemas.openxmlformats.org/drawingml/2006/main">
            <a:off x="457200" y="1410295"/>
            <a:ext cx="8058150" cy="4532709"/>
          </a:xfrm>
          <a:prstGeom xmlns:a="http://schemas.openxmlformats.org/drawingml/2006/main" prst="roundRect">
            <a:avLst>
              <a:gd name="adj" fmla="val 126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456FB-4A16-46BA-BE30-FD4202D9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66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A52D94-CD96-46C0-A9B4-8DCFD76D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573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选择多个视频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0027BD-1A95-4468-9809-DF431C17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71650"/>
            <a:ext cx="2228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点击右下角“导入原始视频”，可一次选择多个文件。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2285E-32D2-4434-AADA-0998CCD2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D1BF4A-CE98-4B93-8100-90EC91BC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622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查看导入队列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763AD5-D8EC-4F32-8E4D-BD92A2B5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76550"/>
            <a:ext cx="2228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等待、处理中、完成和失败相互独立，失败项可单独重试。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E8C147-4089-4A4C-BD27-C2C5D229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76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A0449-9E1C-46D7-A4D3-2DB80EBF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671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双击开始预处理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D7EEBE-C5BF-4DCF-BEB6-DFA4EAB5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81450"/>
            <a:ext cx="2228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单击选中，双击打开编辑器；大批量导入时页面仍可操作。</a:t>
            </a:r>
          </a:p>
        </p:txBody>
      </p:sp>
    </p:spTree>
    <p:extLst>
      <p:ext uri="{BB962C8B-B14F-4D97-AF65-F5344CB8AC3E}">
        <p14:creationId xmlns:p14="http://schemas.microsoft.com/office/powerpoint/2010/main" val="3966499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31E49D-4195-4B12-A279-4028E149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ACRUNU FAST CUT  /  用户使用说明书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4A026-A646-46B8-99E8-98638E76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看懂导入队列与素材状态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5913D-3A22-4293-9338-05AC36EF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导入队列是本机处理进度；卡片状态是该素材的预处理阶段。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D8424-E5ED-4764-8089-E7B3B730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AE256-7AF7-4BDB-A6E7-0F7C44A4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891B9-4ACF-49E9-BC9C-2925ED4A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艾锐伦快剪辑系统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9F684-7BB5-469C-9C99-8BC8240F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5238750" cy="4229100"/>
          </a:xfrm>
          <a:prstGeom xmlns:a="http://schemas.openxmlformats.org/drawingml/2006/main" prst="roundRect">
            <a:avLst>
              <a:gd name="adj" fmla="val 18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5A88A-0A67-45EE-AF50-3B213E00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B82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B82C9"/>
                </a:solidFill>
                <a:latin typeface="Microsoft YaHei"/>
                <a:ea typeface="Microsoft YaHei"/>
                <a:cs typeface="Microsoft YaHei"/>
              </a:rPr>
              <a:t>导入队列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3D0D9-722A-476D-AEAB-010CB9AF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2C9"/>
          </a:solidFill>
          <a:ln xmlns:a="http://schemas.openxmlformats.org/drawingml/2006/main" w="0">
            <a:solidFill>
              <a:srgbClr val="2B82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AB8A3-7556-450C-90F9-38E43DBC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431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等待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C089B-BE86-4FF4-AA09-66A6B313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2410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已选择，等待开始复制和分析。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902FA-4BF3-4FA4-A077-CA4C9441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2C9"/>
          </a:solidFill>
          <a:ln xmlns:a="http://schemas.openxmlformats.org/drawingml/2006/main" w="0">
            <a:solidFill>
              <a:srgbClr val="2B82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71463D-8B34-49F9-86E5-6C8C30F1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242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8E5ED5-5BAE-4A7A-8781-6387D053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051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正在复制、检测视频或生成缩略图。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8F46A-EBD7-4C3D-A6AE-F237A927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2C9"/>
          </a:solidFill>
          <a:ln xmlns:a="http://schemas.openxmlformats.org/drawingml/2006/main" w="0">
            <a:solidFill>
              <a:srgbClr val="2B82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0D70D0-CD2F-426D-B399-3D7F1E54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完成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B11650-9851-450F-AAF1-79BB04BE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8620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已加入本机工作区，可以打开编辑。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DCFFD5-ABC5-4DEB-9D52-DC46674F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2C9"/>
          </a:solidFill>
          <a:ln xmlns:a="http://schemas.openxmlformats.org/drawingml/2006/main" w="0">
            <a:solidFill>
              <a:srgbClr val="2B82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BA0DC2-2D2D-40AF-B919-73821DBF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28ED70-4696-4412-8440-60D304DC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6672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只影响当前文件，检查文件后单独重试。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697A0F-BCFB-48E1-82AF-2E226430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04950"/>
            <a:ext cx="5238750" cy="4229100"/>
          </a:xfrm>
          <a:prstGeom xmlns:a="http://schemas.openxmlformats.org/drawingml/2006/main" prst="roundRect">
            <a:avLst>
              <a:gd name="adj" fmla="val 18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9FCEBE-2631-4077-B52F-231E5E37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526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rPr>
              <a:t>预处理卡片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263D67-32B1-4C4C-B060-89D57BD0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43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3650C6-19D4-4B36-BA2C-E52564A1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431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待处理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B270B8-9D25-4112-8C90-EE897E65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2410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已导入，尚未设置或保存预处理信息。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5DFAC8-E75C-4D78-94E0-7E49EAA6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24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E4D768-F8F1-4A86-BCDA-6379506C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242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已保存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C8B32D-F6D7-4346-AB1D-C4A2BD40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修改已保存，但还没有完成处理。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C39ECD-C59E-4E2B-8E30-159069AF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05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333521-707D-4E98-9F94-8793962B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待提交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1023C5-B2AB-4314-AF3C-5BB41F6A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8620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I/O、类型和识别已完成，可正式提交。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235863-BCFD-4764-9FB8-0FA8624D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86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7DD90E-1ACB-4C55-9CBA-53BD2709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863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已入库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4F0BDA-38FD-4163-81E9-6607F9D3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672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已提交到服务端素材库，可供工作台召回。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6FD9ED-98B6-4E39-8D9B-967C7143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24550"/>
            <a:ext cx="7239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1D4E8F-E76F-4DB5-82B1-D43821D3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245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83A"/>
          </a:solidFill>
          <a:ln xmlns:a="http://schemas.openxmlformats.org/drawingml/2006/main" w="0">
            <a:solidFill>
              <a:srgbClr val="B848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36780E-9DF3-455E-AA99-13AC868D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048375"/>
            <a:ext cx="691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4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8483A"/>
                </a:solidFill>
                <a:latin typeface="Microsoft YaHei"/>
                <a:ea typeface="Microsoft YaHei"/>
                <a:cs typeface="Microsoft YaHei"/>
              </a:rPr>
              <a:t>不要混淆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09C49A-DECA-438B-8882-FE3BA989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305550"/>
            <a:ext cx="691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“导入完成”不等于“已入库”，还需要打开素材完成预处理和正式提交。</a:t>
            </a:r>
          </a:p>
        </p:txBody>
      </p:sp>
    </p:spTree>
    <p:extLst>
      <p:ext uri="{BB962C8B-B14F-4D97-AF65-F5344CB8AC3E}">
        <p14:creationId xmlns:p14="http://schemas.microsoft.com/office/powerpoint/2010/main" val="11249136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0DBC65-92FC-4DE6-92C3-572C047E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ACRUNU FAST CUT  /  用户使用说明书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D5D4A-95AF-44DF-BE04-48CDA8D5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设置有效画面范围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B6C0B-D1D2-4E2A-BE0E-949C489D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只把能直接使用的动作保留在 I/O 区间内。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33C9E-5C7A-4D50-8A76-43456BAC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7C227-B45F-4DA8-B03E-D7AABCA7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64C49-E47D-43A9-ACF4-99C69553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艾锐伦快剪辑系统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4D547-8DC8-4BC9-87AA-8D77553A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172450" cy="4648200"/>
          </a:xfrm>
          <a:prstGeom xmlns:a="http://schemas.openxmlformats.org/drawingml/2006/main" prst="roundRect">
            <a:avLst>
              <a:gd name="adj" fmla="val 1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2b343c4d84722"/>
          <a:stretch xmlns:a="http://schemas.openxmlformats.org/drawingml/2006/main"/>
        </p:blipFill>
        <p:spPr>
          <a:xfrm xmlns:a="http://schemas.openxmlformats.org/drawingml/2006/main">
            <a:off x="457200" y="1410295"/>
            <a:ext cx="8058150" cy="4532709"/>
          </a:xfrm>
          <a:prstGeom xmlns:a="http://schemas.openxmlformats.org/drawingml/2006/main" prst="roundRect">
            <a:avLst>
              <a:gd name="adj" fmla="val 126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2E9E5-4DE2-47AF-8FA4-A5F27545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66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4E8B7-2EE0-4E9F-B400-CF0EF67B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573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调整 I/O 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CCA7C1-3350-4B3D-841F-10B8D5B1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71650"/>
            <a:ext cx="2228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拖动时间轴入点和出点，删掉等待、空镜和无效动作。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117F4A-3ABA-4A2B-BDDA-F7136C58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75247-BFC5-4169-BC86-E123D194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622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选择素材类型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03F1B8-520D-458C-A7D9-2C5276EB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76550"/>
            <a:ext cx="2228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纯画面用于配音剪辑；口播用于转写和句段检索。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C43ECB-5A30-4568-875C-B37AFD18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76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F4CCF3-E6D0-41EA-9412-168F37C8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671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决定是否保留原声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5DEE6D-7DB9-4D8A-ABEE-9952CFEC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81450"/>
            <a:ext cx="2228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正式素材默认静音，只在必要时手动开启保留原声。</a:t>
            </a:r>
          </a:p>
        </p:txBody>
      </p:sp>
    </p:spTree>
    <p:extLst>
      <p:ext uri="{BB962C8B-B14F-4D97-AF65-F5344CB8AC3E}">
        <p14:creationId xmlns:p14="http://schemas.microsoft.com/office/powerpoint/2010/main" val="5262043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C2250BE-4867-4F06-BDA3-1F1CC414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ACRUNU FAST CUT  /  用户使用说明书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1CAE4-71C9-4700-9A24-630C981B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画面识别、口播转写与提交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2B4DF-7E10-49CE-B6B9-E9391757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两类素材的预处理方式不同，正式提交前都需完成检查。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9C1DA-493D-4898-B6CB-69C8E38A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35E77-C4B8-42A6-8E33-F610E686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8D622-6BCB-4319-8E47-954282A2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艾锐伦快剪辑系统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5A6B2-8954-41FC-867E-EA22C2E5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352800" cy="40005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D545B-9EED-45A7-82DC-5D0BC2C9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rPr>
              <a:t>纯画面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A1B4F-1405-4E34-96A9-DAE375DF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819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E4A57-E90E-4571-90B2-BFD7CF2A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1CD75-94EF-4D6F-82E7-81B6CC88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241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选择产品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6431-C58A-4294-AFBC-34501FDE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88017-7D9C-44B4-990F-0998F5F2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623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参考图默认开启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995B2-B5D4-48B7-84E2-D549BF11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62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AF3FEC-A5A2-4407-8264-AFF75044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005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执行画面识别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C5513E-9FAF-4EA3-B69D-A1CD25D9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00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7DCDC1-B5BA-4AE2-903C-38605F1F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386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核对动作与标签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F6102A-B5DA-4925-A068-C530D795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19250"/>
            <a:ext cx="3352800" cy="40005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FE43F2-066F-4B09-A9B6-4180D20E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8595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B82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82C9"/>
                </a:solidFill>
                <a:latin typeface="Microsoft YaHei"/>
                <a:ea typeface="Microsoft YaHei"/>
                <a:cs typeface="Microsoft YaHei"/>
              </a:rPr>
              <a:t>口播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3BB335-6CB4-4F8A-9443-C2D0653B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2819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2C9"/>
          </a:solidFill>
          <a:ln xmlns:a="http://schemas.openxmlformats.org/drawingml/2006/main" w="0">
            <a:solidFill>
              <a:srgbClr val="2B82C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9F0BC0-F20E-472F-8E1F-F822FDC1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86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2C9"/>
          </a:solidFill>
          <a:ln xmlns:a="http://schemas.openxmlformats.org/drawingml/2006/main" w="0">
            <a:solidFill>
              <a:srgbClr val="2B82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D652DF-EA8B-4CDF-AB06-24C165CF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241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执行口播转写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1C270D-7E13-4D0F-AC80-390E1BCE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242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2C9"/>
          </a:solidFill>
          <a:ln xmlns:a="http://schemas.openxmlformats.org/drawingml/2006/main" w="0">
            <a:solidFill>
              <a:srgbClr val="2B82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403904-32C1-4793-9A9E-A86C321E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623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在视频上校对字幕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035B8B-B688-49C4-80F1-829D0E1D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62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2C9"/>
          </a:solidFill>
          <a:ln xmlns:a="http://schemas.openxmlformats.org/drawingml/2006/main" w="0">
            <a:solidFill>
              <a:srgbClr val="2B82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DD0CB4-D6F4-41C0-86BC-41D3C41D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005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直接点击文字修改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455BF2-57D4-401F-B69F-13A8D734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00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2C9"/>
          </a:solidFill>
          <a:ln xmlns:a="http://schemas.openxmlformats.org/drawingml/2006/main" w="0">
            <a:solidFill>
              <a:srgbClr val="2B82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1C5A19-2C2D-49D4-9C4E-0A559D39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386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Ctrl+B 按播放头分割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CE0BD3-357A-498E-A5AF-63AFADF2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19250"/>
            <a:ext cx="3352800" cy="40005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1777DA-3E36-4CE4-9F7C-4F863E89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8595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56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56B1B"/>
                </a:solidFill>
                <a:latin typeface="Microsoft YaHei"/>
                <a:ea typeface="Microsoft YaHei"/>
                <a:cs typeface="Microsoft YaHei"/>
              </a:rPr>
              <a:t>批量正式提交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08D1E7-5B74-4AA8-B5F7-72B320E4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62200"/>
            <a:ext cx="2819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1B"/>
          </a:solidFill>
          <a:ln xmlns:a="http://schemas.openxmlformats.org/drawingml/2006/main" w="0">
            <a:solidFill>
              <a:srgbClr val="C56B1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318FBE-B9B2-4A8D-8A33-FF1D9261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B1B"/>
          </a:solidFill>
          <a:ln xmlns:a="http://schemas.openxmlformats.org/drawingml/2006/main" w="0">
            <a:solidFill>
              <a:srgbClr val="C56B1B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F3AED2-7028-4870-9748-EEE3EF0D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241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框选或 Ctrl 多选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1133B8-4F38-477F-8D31-7B9F6576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242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B1B"/>
          </a:solidFill>
          <a:ln xmlns:a="http://schemas.openxmlformats.org/drawingml/2006/main" w="0">
            <a:solidFill>
              <a:srgbClr val="C56B1B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972C6D-545E-48C7-9179-013CF1EB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623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右键批量 VLM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7F7D46-9C97-417F-B862-00F7828D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62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B1B"/>
          </a:solidFill>
          <a:ln xmlns:a="http://schemas.openxmlformats.org/drawingml/2006/main" w="0">
            <a:solidFill>
              <a:srgbClr val="C56B1B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09B4D6-5777-419C-8C99-639A78DE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005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确认产品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CC7881-DBAE-4768-AFC5-6F9D33DA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005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B1B"/>
          </a:solidFill>
          <a:ln xmlns:a="http://schemas.openxmlformats.org/drawingml/2006/main" w="0">
            <a:solidFill>
              <a:srgbClr val="C56B1B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350031-9C0E-4FE8-87F4-6951D219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386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VLM 完成后才可提交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22D007-6905-4725-9956-E46F5FFA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57875"/>
            <a:ext cx="590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837EBE-4ABA-4946-81A1-D02D1077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57875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83A"/>
          </a:solidFill>
          <a:ln xmlns:a="http://schemas.openxmlformats.org/drawingml/2006/main" w="0">
            <a:solidFill>
              <a:srgbClr val="B8483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3175BF-956E-4E3F-B1D7-6EE3F0A8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981700"/>
            <a:ext cx="558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4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8483A"/>
                </a:solidFill>
                <a:latin typeface="Microsoft YaHei"/>
                <a:ea typeface="Microsoft YaHei"/>
                <a:cs typeface="Microsoft YaHei"/>
              </a:rPr>
              <a:t>提交前检查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0B32BB-D7B5-4879-A9AC-D9DAD01E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238875"/>
            <a:ext cx="558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素材名称、类型、I/O、产品和识别状态必须匹配。</a:t>
            </a:r>
          </a:p>
        </p:txBody>
      </p:sp>
    </p:spTree>
    <p:extLst>
      <p:ext uri="{BB962C8B-B14F-4D97-AF65-F5344CB8AC3E}">
        <p14:creationId xmlns:p14="http://schemas.microsoft.com/office/powerpoint/2010/main" val="3562968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1F315C-16ED-4397-91E6-6AF66295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ACRUNU FAST CUT  /  用户使用说明书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29732-AC79-4785-8144-404E8741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纯画面：执行画面识别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10619-8188-46D8-9D0A-5C758F73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适用于后续由 TTS 配音的产品展示、动作演示和场景画面。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F2C0A-0D31-423D-B595-23B824EC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FD64B-1495-4EB8-9679-DE8BF48C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F8267-3785-46DB-A885-B800E004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艾锐伦快剪辑系统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CB011-2A97-4A12-AF7C-2A369B75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9B74F-F242-4406-AA58-C3E3D277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668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确认 I/O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8B69A-2323-43DA-8516-7387B66B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668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先播放选区，确认动作完整且没有多余等待。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D554A-3D05-46F3-BB23-D3EEDBE5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336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95A31-4F73-49C2-BDCE-6ECB0328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B982C0-67CB-4F49-9577-F218BE93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526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类型选“纯画面”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94F2A-1A18-449E-A6FF-FBDD49F9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5267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有现场声也不需改成口播；是否保留原声单独设置。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94C474-4295-4FE0-ABF7-434B9809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194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884FFE-7213-41F7-81B8-A14E2824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BA7E5D-A093-43F3-BC13-2996E792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选择产品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4A4902-B5A9-4618-B833-60E2B9B9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3850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识别结果会归属到该产品，正式提交也不允许产品为空。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0A219C-243F-499A-AA70-9610EE11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5D8102-A071-4CFF-AC59-E9022731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56D928-2F94-4196-B9CB-15F817D3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243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使用参考图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2D0051-3BE1-4297-829D-74DE6337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2432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产品有白底图时默认开启，用来帮助识别画面中的目标产品。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67C859-61FB-4573-BAB8-EB440EBB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5D69A1-4B18-4C7C-B4C0-889A0C01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92546A-CA81-4F5A-8FD8-2C0A6DA5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点击“VLM 标注”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3D3059-E3AD-4CF6-BCCB-9E5CE216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101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等待状态变为完成，再核对画面描述、动作、景别、运镜和标签。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40C2FF-92CD-4B2E-92AA-F8ADC3C8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C5EDFC-999B-43AF-A738-2D6FC602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62650"/>
            <a:ext cx="6096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5FF16C-3435-4B00-861E-20551D00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626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43B151-90C5-4E14-B5A1-20B97DD9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086475"/>
            <a:ext cx="577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rPr>
              <a:t>完成标准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2C2A4A-0D03-43C4-AA71-E2CF56AC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343650"/>
            <a:ext cx="577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VLM 状态为完成，且识别的主体、动作和画面内容与视频相符。</a:t>
            </a:r>
          </a:p>
        </p:txBody>
      </p:sp>
    </p:spTree>
    <p:extLst>
      <p:ext uri="{BB962C8B-B14F-4D97-AF65-F5344CB8AC3E}">
        <p14:creationId xmlns:p14="http://schemas.microsoft.com/office/powerpoint/2010/main" val="7587349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07B082-3531-4093-ACEE-8BAC2AC4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ACRUNU FAST CUT  /  用户使用说明书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CC83E-5F88-4F86-B7E3-3DFD6679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口播：转写、校对和分割字幕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6BE9A-8706-4081-9347-D0CC9B78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口播素材的价值是可按句段检索和定位，不是只保存一段纯文字。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4F559-87E7-4E8D-80A6-2E4ABDC2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1CCEE-8B3E-463C-934E-36995080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A2996-9F72-4852-BE8E-518FE0C9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艾锐伦快剪辑系统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21030-A16E-4472-94B3-AB0B9D03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2C9"/>
          </a:solidFill>
          <a:ln xmlns:a="http://schemas.openxmlformats.org/drawingml/2006/main" w="0">
            <a:solidFill>
              <a:srgbClr val="2B82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69FFE-0119-4284-B704-45A7BEE6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668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类型选“口播”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2898B-68AE-4096-B5D1-84118B0E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668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类型切换后，转写功能才会可用。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F6755-9121-4B2D-AF59-67A6289E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336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1A86F-F996-4A0C-AE02-95738423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2C9"/>
          </a:solidFill>
          <a:ln xmlns:a="http://schemas.openxmlformats.org/drawingml/2006/main" w="0">
            <a:solidFill>
              <a:srgbClr val="2B82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E37B5-2058-4792-A029-7EA13A6E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526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点击“转写”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12313E-6788-4C70-B390-E17796F9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5267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系统提取当前 I/O 选区的语音，返回带时间的句段。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823348-8A30-4EEC-8BC6-AE511513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194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CF7167-6FD1-4BB7-98C1-D94B246D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2C9"/>
          </a:solidFill>
          <a:ln xmlns:a="http://schemas.openxmlformats.org/drawingml/2006/main" w="0">
            <a:solidFill>
              <a:srgbClr val="2B82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72DFA4-CBA8-4837-92FA-F05B539D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边播放边校对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59B27B-FCCD-48BA-91A5-9C866239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3850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字幕会叠加在视频下方，点击当前文字可直接修改错字。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BDF6AD-9508-4F05-8EE4-0FC55DE7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24164E-5B41-4F51-9965-34B3C4E0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2C9"/>
          </a:solidFill>
          <a:ln xmlns:a="http://schemas.openxmlformats.org/drawingml/2006/main" w="0">
            <a:solidFill>
              <a:srgbClr val="2B82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52A771-0760-4D6B-8319-BA30223D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243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Ctrl+B 分割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0E4187-8FE6-48B7-8882-14CCA8D6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2432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先点击该字幕的具体位置，播放头会移到对应时间，再按 Ctrl+B 分割句段。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689C1E-F8F5-4DE1-A8B5-18F36BC1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748742-E638-4888-B452-48F6D0B0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2C9"/>
          </a:solidFill>
          <a:ln xmlns:a="http://schemas.openxmlformats.org/drawingml/2006/main" w="0">
            <a:solidFill>
              <a:srgbClr val="2B82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519893-9355-4237-982A-0B998C54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保留句段时间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2E4CEA-C028-4D89-8255-D120EFAE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101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正式提交后，素材库会保留文字、开始时间和结束时间。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16DF01-293F-4BF4-A0AF-DA72D8DC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0FCB11-96A4-4A21-A22A-699A7659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62650"/>
            <a:ext cx="6096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102BAA-E0EB-4CDF-9F3C-05AD4ED1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626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2C9"/>
          </a:solidFill>
          <a:ln xmlns:a="http://schemas.openxmlformats.org/drawingml/2006/main" w="0">
            <a:solidFill>
              <a:srgbClr val="2B82C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04682D-D3BC-427C-A014-0256B5AE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086475"/>
            <a:ext cx="577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B82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82C9"/>
                </a:solidFill>
                <a:latin typeface="Microsoft YaHei"/>
                <a:ea typeface="Microsoft YaHei"/>
                <a:cs typeface="Microsoft YaHei"/>
              </a:rPr>
              <a:t>校对重点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4D74CF-B7A5-410E-963D-1C6E031B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343650"/>
            <a:ext cx="577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文字要正确，句段边界要符合实际语义，时间不应互相重叠。</a:t>
            </a:r>
          </a:p>
        </p:txBody>
      </p:sp>
    </p:spTree>
    <p:extLst>
      <p:ext uri="{BB962C8B-B14F-4D97-AF65-F5344CB8AC3E}">
        <p14:creationId xmlns:p14="http://schemas.microsoft.com/office/powerpoint/2010/main" val="11600908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A2EAB9-277E-447C-90CE-AFFECE64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ACRUNU FAST CUT  /  用户使用说明书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B9BBE-4D5D-4145-89CC-8AC1FD9F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批量处理与正式提交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5A4DC-9A55-4109-962E-AA4C82D7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适合同一产品的大批量素材，每项失败不会中断整批。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079CB-9E53-4284-9318-F6E49C7E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99E25-68E7-44E3-8130-29FE947E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6F9F6-D031-472F-8134-0F2E983F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艾锐伦快剪辑系统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72C7B-C3A8-4B8A-97C3-672B0512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962150" cy="31432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353B7-6DD4-4D37-9547-6422AC74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C905B-0470-4A92-A652-489BA727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选中素材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389D1-B67D-47D3-8EA5-5162F2F4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161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单击选中，Ctrl 增减选择，Shift 连续选择，或在空白区域拖出框选范围。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E9708F-2978-49EC-8D90-72DBB330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813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A2991-22B5-4AE7-BA82-EAD93C5B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790700"/>
            <a:ext cx="1962150" cy="31432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7DB7B7-3D18-43A7-BE21-D147AAEB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000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D5B58-7FBB-41CD-8E67-3669F9F9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5146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右键“批量 VLM”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3DB2BA-2278-4BAD-856C-5EC6E0A4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371850"/>
            <a:ext cx="161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在弹窗选择产品；存在参考图时会默认勾选。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E9D8F-10F0-4483-AA9E-71A8511C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813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475CB7-6952-4AE1-AF73-2E1CEFF1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962150" cy="31432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993D56-CF10-4617-B8CB-A027A448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00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B20EDF-98C5-43F8-A10C-0F4207E2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146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等待全部完成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81D7E1-F250-4488-B3D0-263D58F7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71850"/>
            <a:ext cx="161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排队、处理中和失败都不能正式提交；先处理失败项。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A8FDB0-30FD-4097-A2C4-E8E46A03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813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0D0FF8-F43A-4F50-A922-C2749632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790700"/>
            <a:ext cx="1962150" cy="31432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EFF7F6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1E1A54-ACAF-442F-8E4C-8A4E3AB7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000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B1B"/>
          </a:solidFill>
          <a:ln xmlns:a="http://schemas.openxmlformats.org/drawingml/2006/main" w="0">
            <a:solidFill>
              <a:srgbClr val="C56B1B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C5AF82-3061-413F-805A-3D793B92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5146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右键“正式提交”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30ACD3-5CAF-4D8C-BD67-8B8FC708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371850"/>
            <a:ext cx="161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二次确认产品和数量；系统会自动完成必要处理，无需重复点击“完成处理”。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236446-3F8A-4E44-A212-940A406D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1813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BFFD5D-22A6-4462-B37F-BAFAF366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90700"/>
            <a:ext cx="1962150" cy="31432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EFF7F6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4988ED-DF1F-4497-9055-F830F949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00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F9C988-EC20-4C50-9308-E20D574D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1460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查看汇总结果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C1722A-C6A8-4273-B153-4AF64EE6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71850"/>
            <a:ext cx="1619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确认成功、失败和跳过数量；成功素材会显示“已入库”。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620007-BE75-42F1-BAD5-B0032296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29250"/>
            <a:ext cx="6477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33129B-CE35-466F-984C-F223900C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292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1B"/>
          </a:solidFill>
          <a:ln xmlns:a="http://schemas.openxmlformats.org/drawingml/2006/main" w="0">
            <a:solidFill>
              <a:srgbClr val="C56B1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9C06B2-7706-417B-9811-0CB645AA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553075"/>
            <a:ext cx="615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56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56B1B"/>
                </a:solidFill>
                <a:latin typeface="Microsoft YaHei"/>
                <a:ea typeface="Microsoft YaHei"/>
                <a:cs typeface="Microsoft YaHei"/>
              </a:rPr>
              <a:t>提交后发生什么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53D650-07A4-4A75-A17C-D7EA92F1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10250"/>
            <a:ext cx="6153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素材可在“素材”页搜索，并会成为工作台自动剪辑的候选画面。</a:t>
            </a:r>
          </a:p>
        </p:txBody>
      </p:sp>
    </p:spTree>
    <p:extLst>
      <p:ext uri="{BB962C8B-B14F-4D97-AF65-F5344CB8AC3E}">
        <p14:creationId xmlns:p14="http://schemas.microsoft.com/office/powerpoint/2010/main" val="5637756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EC08F5-05EB-4F59-956E-0E92ECA4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ACRUNU FAST CUT  /  用户使用说明书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DC5F8-D4A4-4F2F-8CDA-C80B55CC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在素材库检查结果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09247-56A7-49CF-A893-F8CB1153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用一句话描述想要的画面，查看最相近的真实素材。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D47F1-0A42-422E-B9A2-80CA0109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264BB-3BCE-4D39-B433-2538ADE3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9551D-78C3-4006-B330-39A39D24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艾锐伦快剪辑系统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8A268-C5C8-4892-8572-F1034EAC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172450" cy="4648200"/>
          </a:xfrm>
          <a:prstGeom xmlns:a="http://schemas.openxmlformats.org/drawingml/2006/main" prst="roundRect">
            <a:avLst>
              <a:gd name="adj" fmla="val 1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bbe5617a24d36"/>
          <a:stretch xmlns:a="http://schemas.openxmlformats.org/drawingml/2006/main"/>
        </p:blipFill>
        <p:spPr>
          <a:xfrm xmlns:a="http://schemas.openxmlformats.org/drawingml/2006/main">
            <a:off x="457200" y="1410295"/>
            <a:ext cx="8058150" cy="4532709"/>
          </a:xfrm>
          <a:prstGeom xmlns:a="http://schemas.openxmlformats.org/drawingml/2006/main" prst="roundRect">
            <a:avLst>
              <a:gd name="adj" fmla="val 126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C7CB3-B641-41B4-B9E6-711AE572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66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630F0-B06A-4D53-BCF5-3A5A90C0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573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输入画面意图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4BC390-A620-4FEB-A7A8-7B9045A3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71650"/>
            <a:ext cx="2228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例如“展示束裤带小巧，放入口袋”，无需记住素材文件名。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7C501-F928-44A8-98DD-5616B66B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1E984-85CC-428D-9043-CA54C42A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622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结合产品和类型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6671C-60B5-4659-9A50-1AAD5ABB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76550"/>
            <a:ext cx="2228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需要缩小范围时，再按产品、纯画面或口播筛选。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29B90-798E-451C-A6B9-52CD43F4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76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39291B-8079-418A-8972-F297DD61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671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核对可用状态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EE59A5-9CBD-4061-9F5A-FDB9523E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81450"/>
            <a:ext cx="2228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重点查看画面描述、动作、景别、运镜和时长。</a:t>
            </a:r>
          </a:p>
        </p:txBody>
      </p:sp>
    </p:spTree>
    <p:extLst>
      <p:ext uri="{BB962C8B-B14F-4D97-AF65-F5344CB8AC3E}">
        <p14:creationId xmlns:p14="http://schemas.microsoft.com/office/powerpoint/2010/main" val="10786957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F8888D-6150-44F1-8BF4-7F430917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ACRUNU FAST CUT  /  用户使用说明书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83F6C-56D3-4B00-BE41-607B56BF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准备背景音乐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3B705-73DB-433F-BFD3-DF8AE0CD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音乐库负责上传、试听和维护工作台可用的背景音乐。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FEADD-9149-4406-A9F7-E4AAD7A6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47B64-6F5E-44D9-9A37-EC355812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CEA3E-29D7-4625-9F56-949D7D30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艾锐伦快剪辑系统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763DE-194A-46CD-BD35-39F50564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172450" cy="4648200"/>
          </a:xfrm>
          <a:prstGeom xmlns:a="http://schemas.openxmlformats.org/drawingml/2006/main" prst="roundRect">
            <a:avLst>
              <a:gd name="adj" fmla="val 1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a9c46ec7f4181"/>
          <a:stretch xmlns:a="http://schemas.openxmlformats.org/drawingml/2006/main"/>
        </p:blipFill>
        <p:spPr>
          <a:xfrm xmlns:a="http://schemas.openxmlformats.org/drawingml/2006/main">
            <a:off x="457200" y="1410295"/>
            <a:ext cx="8058150" cy="4532709"/>
          </a:xfrm>
          <a:prstGeom xmlns:a="http://schemas.openxmlformats.org/drawingml/2006/main" prst="roundRect">
            <a:avLst>
              <a:gd name="adj" fmla="val 126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1EDA48-EFA5-44D4-BD5F-AE811C86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66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AF63B-BFF5-4265-BA41-1CBC76EF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573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上传并命名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B15BD-470C-4DF5-B4F5-45997A98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71650"/>
            <a:ext cx="2228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点击“添加音乐”，填写名称、情绪、BPM 和标签。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3133D-3D01-4D38-8858-38F59894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DA910-1460-4109-88F1-AB8A1DCC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622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试听与筛选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6AF4C1-EF02-4968-824E-0E8B4CD6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76550"/>
            <a:ext cx="2228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在列表直接播放，确认时长、文件和音乐情绪。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33D78-ACB4-487C-9D1A-0854DDA3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76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222CB-AD17-4D93-8F72-46BA6B67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671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保持启用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C1C75B-30F1-4080-82B7-48F2B9F3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81450"/>
            <a:ext cx="2228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只有启用的音乐会出现在工作台的随机或指定选项中。</a:t>
            </a:r>
          </a:p>
        </p:txBody>
      </p:sp>
    </p:spTree>
    <p:extLst>
      <p:ext uri="{BB962C8B-B14F-4D97-AF65-F5344CB8AC3E}">
        <p14:creationId xmlns:p14="http://schemas.microsoft.com/office/powerpoint/2010/main" val="7596616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E8ABBB-D20B-4772-A01E-1E561ECB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ACRUNU FAST CUT  /  用户使用说明书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8797E-0C9C-48E7-AB7C-F959D4CA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在工作台设置本次任务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9393F-71BC-4F5B-9F0A-460B2F8A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顶部是全局输入区，设置会应用到本次生成的文案。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F26EE-5706-4171-9917-C4BC47DD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E469C-54F2-4482-94E9-30C595CE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AEF95-F4C3-4A13-AA77-644AD478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艾锐伦快剪辑系统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7FF3B-944C-4224-A7C8-93A9B8FF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48768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fbfda160040b0"/>
          <a:stretch xmlns:a="http://schemas.openxmlformats.org/drawingml/2006/main"/>
        </p:blipFill>
        <p:spPr>
          <a:xfrm xmlns:a="http://schemas.openxmlformats.org/drawingml/2006/main">
            <a:off x="1862667" y="1409700"/>
            <a:ext cx="8466667" cy="4762500"/>
          </a:xfrm>
          <a:prstGeom xmlns:a="http://schemas.openxmlformats.org/drawingml/2006/main" prst="roundRect">
            <a:avLst>
              <a:gd name="adj" fmla="val 12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80C31-B4E1-4838-9F12-13487FD8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53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DC0A5-E3C4-4927-B492-58D72EE8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8167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产品 + 卖点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8B07D0-0304-4429-BEB2-C94B464A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753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BBF77-BD61-4960-B27B-7ABCD668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8167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条数 + 画幅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DE88B5-F34B-4D09-8B80-020C9DEB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753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5DD4D7-91F3-4B0B-87D0-4A2670DD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8167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字幕样式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CD556-BE0F-4B3D-9E1E-A4FBE05F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753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8A8441-9584-4EB4-B6BA-733DC0EE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78167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音色 + 试听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144765-F143-4082-B72D-6E1ED277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753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B1B"/>
          </a:solidFill>
          <a:ln xmlns:a="http://schemas.openxmlformats.org/drawingml/2006/main" w="0">
            <a:solidFill>
              <a:srgbClr val="C56B1B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D1B2B-D7E9-4E33-887B-6D5002BC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78167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生成 / 导入</a:t>
            </a:r>
          </a:p>
        </p:txBody>
      </p:sp>
    </p:spTree>
    <p:extLst>
      <p:ext uri="{BB962C8B-B14F-4D97-AF65-F5344CB8AC3E}">
        <p14:creationId xmlns:p14="http://schemas.microsoft.com/office/powerpoint/2010/main" val="13919633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2E1689-F01B-4752-BD56-B4EA34C7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ACRUNU FAST CUT  /  用户使用说明书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3FB96-F089-489A-B778-25D0F215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生成或批量导入文案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72189-8A01-43EF-8E65-424DBEBC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两种入口最终都进入同一个文案核对流程。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AD603-E965-447B-92C0-01080EAF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44667-E126-4E06-9C8C-71A813C3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09DF8-839A-43F9-AE41-3BE6403A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艾锐伦快剪辑系统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5D583-1F39-4808-9719-3F49C479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5543550" cy="445770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75f202b514eee"/>
          <a:stretch xmlns:a="http://schemas.openxmlformats.org/drawingml/2006/main"/>
        </p:blipFill>
        <p:spPr>
          <a:xfrm xmlns:a="http://schemas.openxmlformats.org/drawingml/2006/main">
            <a:off x="457200" y="2054423"/>
            <a:ext cx="5429250" cy="3053953"/>
          </a:xfrm>
          <a:prstGeom xmlns:a="http://schemas.openxmlformats.org/drawingml/2006/main" prst="roundRect">
            <a:avLst>
              <a:gd name="adj" fmla="val 131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1E7D9-3E31-4476-B7EA-34CF0EA4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52550"/>
            <a:ext cx="5695950" cy="445770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e61017ddf49be"/>
          <a:stretch xmlns:a="http://schemas.openxmlformats.org/drawingml/2006/main"/>
        </p:blipFill>
        <p:spPr>
          <a:xfrm xmlns:a="http://schemas.openxmlformats.org/drawingml/2006/main">
            <a:off x="6153150" y="2011561"/>
            <a:ext cx="5581650" cy="3139678"/>
          </a:xfrm>
          <a:prstGeom xmlns:a="http://schemas.openxmlformats.org/drawingml/2006/main" prst="roundRect">
            <a:avLst>
              <a:gd name="adj" fmla="val 1316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3F013-F271-40F0-A916-BF7B0DF4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1700"/>
            <a:ext cx="542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3E8A9-C548-4D48-BFCC-AFF8C616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17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2C9"/>
          </a:solidFill>
          <a:ln xmlns:a="http://schemas.openxmlformats.org/drawingml/2006/main" w="0">
            <a:solidFill>
              <a:srgbClr val="2B82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E7174-F4CA-426D-BB0F-952FBB41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05525"/>
            <a:ext cx="510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B82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82C9"/>
                </a:solidFill>
                <a:latin typeface="Microsoft YaHei"/>
                <a:ea typeface="Microsoft YaHei"/>
                <a:cs typeface="Microsoft YaHei"/>
              </a:rPr>
              <a:t>批量导入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8D537B-7669-4C79-A119-C2008907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510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粘贴文案时用空白行分隔；文件导入支持预览后再确认。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46BCF2-7530-4C51-A298-E393E9B3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981700"/>
            <a:ext cx="55816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263DC8-1CFB-46F8-A5C3-6FC6ADFF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9817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9B8CF1-3373-4F1A-8BDF-A8D03FC3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105525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rPr>
              <a:t>自动生成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049839-6DC2-455A-88DD-C2D454D5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362700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根据产品和卖点生成多条可编辑文案，离开页面也会保留。</a:t>
            </a:r>
          </a:p>
        </p:txBody>
      </p:sp>
    </p:spTree>
    <p:extLst>
      <p:ext uri="{BB962C8B-B14F-4D97-AF65-F5344CB8AC3E}">
        <p14:creationId xmlns:p14="http://schemas.microsoft.com/office/powerpoint/2010/main" val="10181433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8C3062-24F2-4262-8DDD-650E78F5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ACRUNU FAST CUT  /  用户使用说明书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7E78B-D069-4AAC-82BB-E2876BDE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核对并确认每条文案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E1030-1D42-43D2-8090-C29C2B11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只有显示“已确认”的文案才会进入生成任务。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E3712-A0A3-48FE-8256-57122DF0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58079-927D-4E90-80A5-FE01435A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2370D-6D44-46F3-874F-12ED93B1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艾锐伦快剪辑系统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A3C76-7A35-4A4C-8912-C9D7D570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439150" cy="480060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054029cb94cb2"/>
          <a:stretch xmlns:a="http://schemas.openxmlformats.org/drawingml/2006/main"/>
        </p:blipFill>
        <p:spPr>
          <a:xfrm xmlns:a="http://schemas.openxmlformats.org/drawingml/2006/main">
            <a:off x="457200" y="1411486"/>
            <a:ext cx="8324850" cy="4682728"/>
          </a:xfrm>
          <a:prstGeom xmlns:a="http://schemas.openxmlformats.org/drawingml/2006/main" prst="roundRect">
            <a:avLst>
              <a:gd name="adj" fmla="val 122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A11DB-D8D3-4C37-B735-50325CBF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24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8DE95-0A3F-4D07-AC22-E366073F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51447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逐条阅读与编辑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C215E-ABF0-48DA-BBC6-11BF93E2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2880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点击左侧文案列表切换，直接修改文案文字。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80694-04B3-47E7-9423-46F39B0A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28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6EABA1-EF01-43DF-B40A-C3E70A65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1937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试听当前文案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861FC6-024B-4795-AEF8-1766A092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3370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检查音色、语速和口播效果；不合适时可重新生成。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5739A3-AD89-4CCB-B8D2-6082CC27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33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CB8280-D37F-43D1-9189-B2B7A534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2427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确认后再开始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2A6C50-014D-4CE5-B761-AE877EA8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3860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可单条确认或确认全部，底部会显示已确认数量。</a:t>
            </a:r>
          </a:p>
        </p:txBody>
      </p:sp>
    </p:spTree>
    <p:extLst>
      <p:ext uri="{BB962C8B-B14F-4D97-AF65-F5344CB8AC3E}">
        <p14:creationId xmlns:p14="http://schemas.microsoft.com/office/powerpoint/2010/main" val="2719677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EC4A27-E403-440B-896D-9A2FB130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ACRUNU FAST CUT  /  用户使用说明书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03446-318C-47FB-9B23-6306D055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检查背景音乐与镜头意图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47294-BA6C-40D7-A88A-0CD53456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这一步决定每条文案的音乐方式和画面组织方向。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1BC17-5DE0-4975-9AF7-4D6E6014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6904C-CC6B-4996-B3EA-7D819BC5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EA37F-F3AE-480A-8271-0B5D638D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艾锐伦快剪辑系统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19C92-07D5-4DAF-99A2-82A3666B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8439150" cy="480060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fcdc3270c456a"/>
          <a:stretch xmlns:a="http://schemas.openxmlformats.org/drawingml/2006/main"/>
        </p:blipFill>
        <p:spPr>
          <a:xfrm xmlns:a="http://schemas.openxmlformats.org/drawingml/2006/main">
            <a:off x="457200" y="1411486"/>
            <a:ext cx="8324850" cy="4682728"/>
          </a:xfrm>
          <a:prstGeom xmlns:a="http://schemas.openxmlformats.org/drawingml/2006/main" prst="roundRect">
            <a:avLst>
              <a:gd name="adj" fmla="val 122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DCABE-041D-45F4-9017-25CCE29A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24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B65BCA-A872-4FBC-958C-35E1747C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51447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选择音乐方式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A2F834-80F7-4B84-B92F-97554AC6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2880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每条文案可选随机、指定或无音乐，也可一次应用到全部。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750D6-C230-4540-852F-ACCD70FF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28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6D28A-670A-4CFC-A69A-AF07C6F6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1937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设置音量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9CD55-AC6E-4835-BEE2-493F5A73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3370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默认可从 -12 dB 开始试听，以不遮挡人声为准。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8542C1-5C0B-4452-9E37-64C2E63B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33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73E330-4C91-414E-9EEC-9A2E7189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2427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阅读镜头意图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F4BA25-2A0F-471D-A5EA-9C25657E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38600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核对每个画面目标是否真正表达对应卖点。</a:t>
            </a:r>
          </a:p>
        </p:txBody>
      </p:sp>
    </p:spTree>
    <p:extLst>
      <p:ext uri="{BB962C8B-B14F-4D97-AF65-F5344CB8AC3E}">
        <p14:creationId xmlns:p14="http://schemas.microsoft.com/office/powerpoint/2010/main" val="6769971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478805-16AB-4A72-B1BA-9C0E126B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ACRUNU FAST CUT  /  用户使用说明书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A9065-3E50-4314-96AC-85618CF7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开始任务并跟进成品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DD620-58F1-40F5-BA5C-E366592F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提交后可以离开工作台，成品库会持续更新生成状态。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C4C00-B84E-4A14-A452-5B43BD31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1CD1F-04A5-4D22-B175-CB39A591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38740-8AD6-4F15-AC36-20B6B197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艾锐伦快剪辑系统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3620B-BA89-49BB-A5A4-4F6048BE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5543550" cy="445770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127c823b64a5c"/>
          <a:stretch xmlns:a="http://schemas.openxmlformats.org/drawingml/2006/main"/>
        </p:blipFill>
        <p:spPr>
          <a:xfrm xmlns:a="http://schemas.openxmlformats.org/drawingml/2006/main">
            <a:off x="457200" y="2054423"/>
            <a:ext cx="5429250" cy="3053953"/>
          </a:xfrm>
          <a:prstGeom xmlns:a="http://schemas.openxmlformats.org/drawingml/2006/main" prst="roundRect">
            <a:avLst>
              <a:gd name="adj" fmla="val 131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FD773-94DF-4F15-AAF5-50BD90C7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52550"/>
            <a:ext cx="5695950" cy="445770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e41557d4c441a"/>
          <a:stretch xmlns:a="http://schemas.openxmlformats.org/drawingml/2006/main"/>
        </p:blipFill>
        <p:spPr>
          <a:xfrm xmlns:a="http://schemas.openxmlformats.org/drawingml/2006/main">
            <a:off x="6153150" y="2011561"/>
            <a:ext cx="5581650" cy="3139678"/>
          </a:xfrm>
          <a:prstGeom xmlns:a="http://schemas.openxmlformats.org/drawingml/2006/main" prst="roundRect">
            <a:avLst>
              <a:gd name="adj" fmla="val 1316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543B5-A415-4159-8FC9-1921255C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1700"/>
            <a:ext cx="5429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53FF8-6346-410E-83B7-E3903611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17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B80E3A-B7AB-4C48-B842-B27E5600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05525"/>
            <a:ext cx="510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rPr>
              <a:t>开始任务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9B1EA-50AD-4837-A517-838A5D3F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62700"/>
            <a:ext cx="510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工作台底部确认数量无误后，点击“开始 N 条任务”。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C90C0-D581-409B-A15F-9FBD57DA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981700"/>
            <a:ext cx="55816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19CA08-4EDA-4320-AE4A-1D83F015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9817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1B"/>
          </a:solidFill>
          <a:ln xmlns:a="http://schemas.openxmlformats.org/drawingml/2006/main" w="0">
            <a:solidFill>
              <a:srgbClr val="C56B1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F2BBF-E283-4F01-99FF-B090D589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105525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56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56B1B"/>
                </a:solidFill>
                <a:latin typeface="Microsoft YaHei"/>
                <a:ea typeface="Microsoft YaHei"/>
                <a:cs typeface="Microsoft YaHei"/>
              </a:rPr>
              <a:t>成品管理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196DEB-7C22-4FA7-B8BC-92B60CF8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362700"/>
            <a:ext cx="525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支持生成进度、失败重试、重新生成、删除与批量下载。</a:t>
            </a:r>
          </a:p>
        </p:txBody>
      </p:sp>
    </p:spTree>
    <p:extLst>
      <p:ext uri="{BB962C8B-B14F-4D97-AF65-F5344CB8AC3E}">
        <p14:creationId xmlns:p14="http://schemas.microsoft.com/office/powerpoint/2010/main" val="137713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5F7372-35EA-4822-B5CE-303A6F32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ACRUNU FAST CUT  /  用户使用说明书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98810-D78E-4B01-96D8-6A3C76A0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成品库操作说明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26228-8891-4B40-9179-63FA596E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普通点击用于查看，右键用于单个成品操作，批量选择用于多个文件。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B6FE7-146E-40CB-8662-435A9E6B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20637-25B1-4985-8F4C-F7FF92A4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E5162-FE8B-437E-86F2-66A3E8C5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艾锐伦快剪辑系统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3BA8D-B6F8-4DAF-8A9C-D3BB606E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53149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B50BC-32B8-41B0-B92C-4C439784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BAE37C-D7F6-438A-BF34-6F93968B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38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rPr>
              <a:t>点击卡片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4A814-433E-428A-A5A0-8F608F6E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19300"/>
            <a:ext cx="438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打开成品详情，播放视频并查看文案、字幕和镜头编排。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BB4AE-5654-4BBA-B84B-CCA6FA30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66850"/>
            <a:ext cx="53149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C81D99-85F2-43FF-8E59-25129E27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57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483A"/>
          </a:solidFill>
          <a:ln xmlns:a="http://schemas.openxmlformats.org/drawingml/2006/main" w="0">
            <a:solidFill>
              <a:srgbClr val="B8483A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88E4A5-9444-46B0-B5C6-323135A0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38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4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8483A"/>
                </a:solidFill>
                <a:latin typeface="Microsoft YaHei"/>
                <a:ea typeface="Microsoft YaHei"/>
                <a:cs typeface="Microsoft YaHei"/>
              </a:rPr>
              <a:t>失败后重试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EBEDF-B054-402E-AF11-822C0B86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19300"/>
            <a:ext cx="438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适合临时服务错误；如果素材本身不足，先补充素材再重试。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88E1F9-E6A3-4559-BD5C-0B2B47D4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28950"/>
            <a:ext cx="53149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950B2A-CB27-4524-A222-143BCCE9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2C9"/>
          </a:solidFill>
          <a:ln xmlns:a="http://schemas.openxmlformats.org/drawingml/2006/main" w="0">
            <a:solidFill>
              <a:srgbClr val="2B82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334596-B1BD-4564-B892-74C22434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004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B82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B82C9"/>
                </a:solidFill>
                <a:latin typeface="Microsoft YaHei"/>
                <a:ea typeface="Microsoft YaHei"/>
                <a:cs typeface="Microsoft YaHei"/>
              </a:rPr>
              <a:t>重新生成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A001D8-7258-4EC1-9421-8DDD8398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81400"/>
            <a:ext cx="438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保留同一文案重新生成剪辑结果，新结果会继续在成品库跟进。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F44FC6-7330-4E6B-AFE9-FB7BA831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28950"/>
            <a:ext cx="53149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DCFCE8-38A5-41C2-A0ED-920F2DE5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19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B1B"/>
          </a:solidFill>
          <a:ln xmlns:a="http://schemas.openxmlformats.org/drawingml/2006/main" w="0">
            <a:solidFill>
              <a:srgbClr val="C56B1B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D75D6-6E5C-4D78-B544-86521EB2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004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56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56B1B"/>
                </a:solidFill>
                <a:latin typeface="Microsoft YaHei"/>
                <a:ea typeface="Microsoft YaHei"/>
                <a:cs typeface="Microsoft YaHei"/>
              </a:rPr>
              <a:t>删除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EFC6DE-2837-41A5-BBA8-99B317EB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81400"/>
            <a:ext cx="438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删除不再需要的成品；操作前会再次确认。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F5C229-64F3-4003-8356-4C7A7EBE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53149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AF04F3-B6C4-4D0A-86BE-2146676F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263957-E446-4279-AB3B-B9A184C3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rPr>
              <a:t>批量下载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5F6171-79B9-4348-AFAD-3FEACEC3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43500"/>
            <a:ext cx="438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点击“批量选择”，选中已完成且有视频的卡片，服务端会生成 ZIP。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6294ED-82D0-4C8F-BCAD-C98B78CC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53149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A0A2A6-ECA9-47CC-9E05-D95ED1C7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483A"/>
          </a:solidFill>
          <a:ln xmlns:a="http://schemas.openxmlformats.org/drawingml/2006/main" w="0">
            <a:solidFill>
              <a:srgbClr val="B8483A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7FAEF7-5A67-4250-A274-772CE1FF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62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48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8483A"/>
                </a:solidFill>
                <a:latin typeface="Microsoft YaHei"/>
                <a:ea typeface="Microsoft YaHei"/>
                <a:cs typeface="Microsoft YaHei"/>
              </a:rPr>
              <a:t>批量删除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C2DB56-EFAA-411A-ACB0-E9FE7431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43500"/>
            <a:ext cx="438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进入批量选择后选中多个成品，点击“删除选中”并确认。</a:t>
            </a:r>
          </a:p>
        </p:txBody>
      </p:sp>
    </p:spTree>
    <p:extLst>
      <p:ext uri="{BB962C8B-B14F-4D97-AF65-F5344CB8AC3E}">
        <p14:creationId xmlns:p14="http://schemas.microsoft.com/office/powerpoint/2010/main" val="75130548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100508-D2A6-471F-862B-99733743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ACRUNU FAST CUT  /  用户使用说明书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B3919-FE1E-4D5F-BCFD-2A5D92EB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查看成品详情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937D8-5B94-49A5-8F53-DAE7AA80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成品详情同时保留视频、字幕时间段和镜头编排信息。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406A9-8698-4FD7-A031-B03032EC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34D24-B36C-4BF2-AD62-7430DA7E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BD70D-7D5B-4BDD-8B06-A2C498E8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艾锐伦快剪辑系统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06FA7-4E6D-4037-A8F2-A8B67886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5543550" cy="445770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7ddc35084495e"/>
          <a:stretch xmlns:a="http://schemas.openxmlformats.org/drawingml/2006/main"/>
        </p:blipFill>
        <p:spPr>
          <a:xfrm xmlns:a="http://schemas.openxmlformats.org/drawingml/2006/main">
            <a:off x="457200" y="2054423"/>
            <a:ext cx="5429250" cy="3053953"/>
          </a:xfrm>
          <a:prstGeom xmlns:a="http://schemas.openxmlformats.org/drawingml/2006/main" prst="roundRect">
            <a:avLst>
              <a:gd name="adj" fmla="val 131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FA740-6867-4895-B291-541E9626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52550"/>
            <a:ext cx="2800350" cy="445770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94b4b8b1f43e6"/>
          <a:stretch xmlns:a="http://schemas.openxmlformats.org/drawingml/2006/main"/>
        </p:blipFill>
        <p:spPr>
          <a:xfrm xmlns:a="http://schemas.openxmlformats.org/drawingml/2006/main">
            <a:off x="6153150" y="2825948"/>
            <a:ext cx="2686050" cy="1510903"/>
          </a:xfrm>
          <a:prstGeom xmlns:a="http://schemas.openxmlformats.org/drawingml/2006/main" prst="roundRect">
            <a:avLst>
              <a:gd name="adj" fmla="val 212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45262B-37D3-4F40-AA29-3E879142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352550"/>
            <a:ext cx="2800350" cy="445770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56e0db1dc49c5"/>
          <a:stretch xmlns:a="http://schemas.openxmlformats.org/drawingml/2006/main"/>
        </p:blipFill>
        <p:spPr>
          <a:xfrm xmlns:a="http://schemas.openxmlformats.org/drawingml/2006/main">
            <a:off x="9048750" y="2825948"/>
            <a:ext cx="2686050" cy="1510903"/>
          </a:xfrm>
          <a:prstGeom xmlns:a="http://schemas.openxmlformats.org/drawingml/2006/main" prst="roundRect">
            <a:avLst>
              <a:gd name="adj" fmla="val 2128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ED00A-3DF8-44A6-84EC-EF8916C0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rPr>
              <a:t>概览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92A3C6-C789-4BA9-88C5-E76518D7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播放成片，查看文案、音色、音乐、分辨率与完成时间。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71CEA-0371-43B3-AC59-4DA4915E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9436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B82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82C9"/>
                </a:solidFill>
                <a:latin typeface="Microsoft YaHei"/>
                <a:ea typeface="Microsoft YaHei"/>
                <a:cs typeface="Microsoft YaHei"/>
              </a:rPr>
              <a:t>字幕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91DA47-31D3-4065-A256-2B570B8A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61912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按句段检查文字和对应时间。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6CAD36-B8C9-47A9-AFE0-785D5088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9436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56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56B1B"/>
                </a:solidFill>
                <a:latin typeface="Microsoft YaHei"/>
                <a:ea typeface="Microsoft YaHei"/>
                <a:cs typeface="Microsoft YaHei"/>
              </a:rPr>
              <a:t>镜头编排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79B0B9-9531-4464-9B67-EFA2A7B5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1912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核对成片时间、源素材 I/O 和画面目标。</a:t>
            </a:r>
          </a:p>
        </p:txBody>
      </p:sp>
    </p:spTree>
    <p:extLst>
      <p:ext uri="{BB962C8B-B14F-4D97-AF65-F5344CB8AC3E}">
        <p14:creationId xmlns:p14="http://schemas.microsoft.com/office/powerpoint/2010/main" val="184433856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92FEEF-D442-4597-A651-F5BD2888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ACRUNU FAST CUT  /  用户使用说明书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FE62E-2F46-4F12-98C7-284F3DAE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常见问题与自检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E2486-3ACC-4471-ADB2-7CE4978D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大多数问题可以通过状态、产品和素材检查快速定位。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A6B23-E71E-46EF-A589-6483F216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61C61-BD54-40A4-B161-D470D7A9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485B4-CFB7-452C-B5E0-6E6561B0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艾锐伦快剪辑系统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0A455-69FC-4D69-AB1F-A430CF92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5067300" cy="2895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043a6b1f44a67"/>
          <a:stretch xmlns:a="http://schemas.openxmlformats.org/drawingml/2006/main"/>
        </p:blipFill>
        <p:spPr>
          <a:xfrm xmlns:a="http://schemas.openxmlformats.org/drawingml/2006/main">
            <a:off x="461433" y="1409700"/>
            <a:ext cx="4944533" cy="2781300"/>
          </a:xfrm>
          <a:prstGeom xmlns:a="http://schemas.openxmlformats.org/drawingml/2006/main" prst="roundRect">
            <a:avLst>
              <a:gd name="adj" fmla="val 205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B74DB-3E1B-4B53-8C69-4AAFE13E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09700"/>
            <a:ext cx="6019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8DD0E-7E18-46CF-AEFB-7ED0D739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811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EAE09-D3F0-4450-B3CC-003F5A38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71625"/>
            <a:ext cx="525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Local Agent 未启动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23918-1A4F-4ACB-9EE8-8CDF0B3F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525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启动托盘程序后点击重新检测。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A5FC3D-D559-4267-A749-377EE54E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19400"/>
            <a:ext cx="6019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415268-A8B8-4B43-A284-903E0A18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90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21CF1-AAA8-44AF-8F36-A2719914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81325"/>
            <a:ext cx="525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VLM 未完成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420C09-332F-4DC1-9A0F-0369B207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33750"/>
            <a:ext cx="525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等待批量画面识别完成，失败项单独重试。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30EDE7-A88A-4232-AD74-4C462C26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35242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7BB863-F667-4783-9478-8D29F561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40981B-F8CD-479C-8FE6-5C6FAFC5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910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素材召回不足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72355F-951C-473C-AE66-41F519D4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检查产品归属、可用状态和画面描述是否准确。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BAD6B9-061F-4DCA-9F44-1E4ECB35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29150"/>
            <a:ext cx="35242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B8739-6EF0-439B-BE40-386767BD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00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483A"/>
          </a:solidFill>
          <a:ln xmlns:a="http://schemas.openxmlformats.org/drawingml/2006/main" w="0">
            <a:solidFill>
              <a:srgbClr val="B8483A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1B6C5E-F85D-4B2E-AFFA-F2CC0A51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7910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生成失败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442E6A-3051-4FA4-AEF2-7952F0A0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1435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在成品库右键重试；多次失败时再检查文案和素材。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6BCE7B-2E00-41A3-AC34-93CEC1EC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29150"/>
            <a:ext cx="35242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D1CCDF-FB2C-4433-92D8-F291A0D3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00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AD0B10-E748-47C8-B02B-C68ADBE6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910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页面显示未更新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08FF2A-E0E2-4094-BCAD-2872F049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14350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先点击页面刷新，仍异常时再重新登录。</a:t>
            </a:r>
          </a:p>
        </p:txBody>
      </p:sp>
    </p:spTree>
    <p:extLst>
      <p:ext uri="{BB962C8B-B14F-4D97-AF65-F5344CB8AC3E}">
        <p14:creationId xmlns:p14="http://schemas.microsoft.com/office/powerpoint/2010/main" val="97070360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A088FD-838F-4A1D-B05E-8A8AA645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ACRUNU FAST CUT  /  用户使用说明书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769A3-9AE1-4B8E-9378-8FE3574E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日常使用检查清单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5C83C-AC4A-499E-8B31-DB4872E3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按这份清单执行，可以减少素材不匹配、编排失败和成品返工。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78945-E07B-4D6C-BB69-075BC13F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C"/>
          </a:solidFill>
          <a:ln xmlns:a="http://schemas.openxmlformats.org/drawingml/2006/main" w="0">
            <a:solidFill>
              <a:srgbClr val="D5DE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952B7-49FB-48A5-889C-8774BAA3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0D7C72"/>
                </a:solidFill>
                <a:latin typeface="Aptos Display"/>
                <a:ea typeface="Aptos Display"/>
                <a:cs typeface="Aptos Display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D653D3-5A0A-4C90-919F-AA2DFB97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27071"/>
                </a:solidFill>
                <a:latin typeface="Microsoft YaHei"/>
                <a:ea typeface="Microsoft YaHei"/>
                <a:cs typeface="Microsoft YaHei"/>
              </a:rPr>
              <a:t>艾锐伦快剪辑系统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0501A-7810-4199-AAFE-B89522FF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3476625" cy="4343400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7AA25-6961-4A28-B6C5-B5EE6FF5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B82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82C9"/>
                </a:solidFill>
                <a:latin typeface="Microsoft YaHei"/>
                <a:ea typeface="Microsoft YaHei"/>
                <a:cs typeface="Microsoft YaHei"/>
              </a:rPr>
              <a:t>第一次使用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D67E9-7A3C-431B-8CD9-8A4A72EE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295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2C9"/>
          </a:solidFill>
          <a:ln xmlns:a="http://schemas.openxmlformats.org/drawingml/2006/main" w="0">
            <a:solidFill>
              <a:srgbClr val="2B82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1C3AFE-2686-4657-AD0D-A37AC028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2C9"/>
          </a:solidFill>
          <a:ln xmlns:a="http://schemas.openxmlformats.org/drawingml/2006/main" w="0">
            <a:solidFill>
              <a:srgbClr val="2B82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1C1E6-26C6-4716-94AA-EE1550BF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7175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产品资料和白底图已建立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CBD082-7B40-4C29-AA4D-39E6FCA3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2C9"/>
          </a:solidFill>
          <a:ln xmlns:a="http://schemas.openxmlformats.org/drawingml/2006/main" w="0">
            <a:solidFill>
              <a:srgbClr val="2B82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1A023-0ECD-4E72-8BC5-CB42A5C3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6230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核心卖点已维护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C41F9-FA87-4501-8049-316C81A0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82C9"/>
          </a:solidFill>
          <a:ln xmlns:a="http://schemas.openxmlformats.org/drawingml/2006/main" w="0">
            <a:solidFill>
              <a:srgbClr val="2B82C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F9D1B2-6551-4547-ABA2-464F4008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5285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ACRUNU 预处理程序已安装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A9D092-CBE1-469A-BA72-EB0027DE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04950"/>
            <a:ext cx="3476625" cy="4343400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091CB-0D6D-44F6-8290-AC4E5BF5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771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rPr>
              <a:t>每批素材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5FBC97-CB67-415F-9481-B4A310F9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28850"/>
            <a:ext cx="295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DB4542-B79E-42A9-85E5-C6E1E11A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71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A45EA5-CC79-49C6-A379-4DEFA056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7175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I/O 只保留完整有效动作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A1B18B-06AA-4CF7-8F4F-FA30D011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62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A468C7-2CD6-468E-8102-646DF5BB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16230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纯画面/口播类型正确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809403-E97F-429F-821C-F0DC5C5C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752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D99142-52A0-4FCD-8C84-AB3389BE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75285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VLM 或转写已完成并校对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5C0F42-5A82-4AD4-AA39-1267DFEF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343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C72"/>
          </a:solidFill>
          <a:ln xmlns:a="http://schemas.openxmlformats.org/drawingml/2006/main" w="0">
            <a:solidFill>
              <a:srgbClr val="0D7C7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D13206-016C-4CDE-8127-AD9F89DC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34340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正式提交后能在素材库搜到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BF82A0-15A2-4D69-B7AC-15D1AB38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04950"/>
            <a:ext cx="3476625" cy="4343400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6D7700-8263-48BE-907C-B3FF2F9A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71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56B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56B1B"/>
                </a:solidFill>
                <a:latin typeface="Microsoft YaHei"/>
                <a:ea typeface="Microsoft YaHei"/>
                <a:cs typeface="Microsoft YaHei"/>
              </a:rPr>
              <a:t>每次生成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DE14EB-AD9F-4148-8848-FDF7794B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28850"/>
            <a:ext cx="295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1B"/>
          </a:solidFill>
          <a:ln xmlns:a="http://schemas.openxmlformats.org/drawingml/2006/main" w="0">
            <a:solidFill>
              <a:srgbClr val="C56B1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B68AE1-2344-4CEB-87AD-D5638825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B1B"/>
          </a:solidFill>
          <a:ln xmlns:a="http://schemas.openxmlformats.org/drawingml/2006/main" w="0">
            <a:solidFill>
              <a:srgbClr val="C56B1B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6CCE39-0F5F-453D-8ED1-D74E591E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7175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产品、卖点、条数和画幅正确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C6E206-0C03-49A9-8A3F-8D7FDC01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62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B1B"/>
          </a:solidFill>
          <a:ln xmlns:a="http://schemas.openxmlformats.org/drawingml/2006/main" w="0">
            <a:solidFill>
              <a:srgbClr val="C56B1B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6F6AD1-E844-4120-85EF-BDE63931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6230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音色已试听，字幕样式正确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A859E1-87D3-4BC2-896F-6CE5D18D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52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B1B"/>
          </a:solidFill>
          <a:ln xmlns:a="http://schemas.openxmlformats.org/drawingml/2006/main" w="0">
            <a:solidFill>
              <a:srgbClr val="C56B1B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BC9042-16AB-4C0D-A77F-55360B79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5285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背景音乐和音量已确认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C57EA6-948D-49D4-B250-908B314D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43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B1B"/>
          </a:solidFill>
          <a:ln xmlns:a="http://schemas.openxmlformats.org/drawingml/2006/main" w="0">
            <a:solidFill>
              <a:srgbClr val="C56B1B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B9E520-2AF9-4CE0-93C9-A28A8BAF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4340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文案和镜头意图已逐条检查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2DFB09-F0A9-4CAD-A257-7E9C36AA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33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B1B"/>
          </a:solidFill>
          <a:ln xmlns:a="http://schemas.openxmlformats.org/drawingml/2006/main" w="0">
            <a:solidFill>
              <a:srgbClr val="C56B1B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24B730-DC99-436D-90D4-ECD60D0A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3395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02021"/>
                </a:solidFill>
                <a:latin typeface="Microsoft YaHei"/>
                <a:ea typeface="Microsoft YaHei"/>
                <a:cs typeface="Microsoft YaHei"/>
              </a:rPr>
              <a:t>只有需要提交的文案显示已确认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CD2FDD-C722-4BD0-AC8F-9EEEF9C5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076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D7C72"/>
                </a:solidFill>
                <a:latin typeface="Microsoft YaHei"/>
                <a:ea typeface="Microsoft YaHei"/>
                <a:cs typeface="Microsoft YaHei"/>
              </a:rPr>
              <a:t>完成以上检查后，再点击“开始任务”。</a:t>
            </a:r>
          </a:p>
        </p:txBody>
      </p:sp>
    </p:spTree>
    <p:extLst>
      <p:ext uri="{BB962C8B-B14F-4D97-AF65-F5344CB8AC3E}">
        <p14:creationId xmlns:p14="http://schemas.microsoft.com/office/powerpoint/2010/main" val="4172517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2026-07-20T03:58:29.9290000Z</dcterms:created>
  <dcterms:modified xsi:type="dcterms:W3CDTF">2026-07-20T03:58:29.9290000Z</dcterms:modified>
</coreProperties>
</file>